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61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52" y="18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9A6BE8-D63F-43C0-8B97-0BE37FDE1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1C0C094-B15B-453C-B6A3-09EEC8A6E8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BB760D-E26A-467D-9365-55D240F43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444707-CAC0-4EFB-A854-2E92FE065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C166D2-3135-483C-9688-D01DD9B79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7838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6D6470-211B-4AC3-8C3B-188EDFF6E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85A72C-3B01-4F39-97FA-41322B587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B5498B-AA24-4AC0-B91C-5C1226768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F304BF5-5106-46FE-9EE1-D19942EBC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11D062-1C27-46CD-82D5-D649894A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8774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A276F9-5E0A-4D69-A3A4-208EB4ED7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37E2AA-550D-43FD-8353-52281D4C5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27FBEB-BB75-4A8C-8B5E-0ED1A059F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AE6CDE0-4437-42ED-99D3-1528379CC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7215FD-700A-42E3-8EDA-7C13D2D6A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93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1E346D-F4AA-4B30-A337-F73B47FC5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6ABD12-5862-475B-A9A9-4EE2FC5A07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AD057DD-9E2D-440D-B8CD-D937F2F997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7F0BF1-686A-44E6-8FDA-4AC2E4E34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1127E3-759B-4351-86B9-1E195A8D0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9D6B59-7655-4387-9899-FDEF3438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679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32A130-38FE-485E-A301-E045A31F1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07B87A-F351-4435-87AF-3AF4A00F6E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4C6BEE2-7C1B-497A-9DA7-66140B995E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C3CE3FA-C122-4BD4-BFED-AEA346C18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3BF6E0E-0DD2-43D7-AE74-9F5F6BDAE2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AA4C220-3FD5-4319-85F2-274FE632A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8D094F7-1547-4FBC-968A-3E5CF3999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0B01B89-5FAB-4936-8CB0-61343F1D5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31817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7668A9-4B07-497F-9217-321C8DFDD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B488FBF-1050-4772-B12B-C04CEDF0C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122A13-FEEE-47D0-A186-D1E77FC56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64A41D-3B93-4F2B-8156-E57FC85F6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1888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EF98244-C639-4716-9B51-522831DA8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54BE864-3B7E-425C-BDC9-1460FE76F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8912EC-805B-470A-8B76-A83FE1566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980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3C5F7D-5784-4BE5-8E40-7AB028E4C1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4DF990-6B28-4005-991A-D48F14E9F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85DF4BA-63C0-42FB-832E-CBDBB6622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7FBB10-81FC-4FF8-BB8D-510083932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80C800-F591-4D28-82A2-1F56B7459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1A0135-7240-4811-AF1D-E0BD4F641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859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3EAD16-0BDA-47A2-8B7F-A9348A87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53D6283-8E48-47D8-82B1-70DE5ED10B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C3294C-93BD-4050-90F2-CBD773C3F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35A561D-75D1-42EE-896F-C21DD79C28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30ECE1-FF9B-450E-BCC5-E30DC31C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BB0B7D-08DC-4BAE-A0BB-565BFCD24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008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311CAC-A028-4151-9F58-D79987133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7C51099-9805-46D2-98EC-923141D912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32A18C-9B41-4DDC-9AF9-98937DEF6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BB4429-9B3B-4A2C-8D9D-33815101E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82812D-0BC0-4C48-B09D-BCF679882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7727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D7C8B99-8082-48CF-B2A4-D9AE06DD7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CA3240-2BDC-484F-815E-8A5B8C340A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DC532F-F844-4D54-8640-7AA023B86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394D98-7C63-42B1-B106-5CEA29882C5A}" type="datetimeFigureOut">
              <a:rPr lang="ko-KR" altLang="en-US" smtClean="0"/>
              <a:t>2023-10-10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F910337-3084-481A-834E-A19A44D13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59BA81-FD14-43C8-9C3C-86D27C227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3985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EC42348-4F9A-45D1-BC47-8A8A81D9E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8FDE544-CFD4-444E-97CC-B621300A8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EF1DE2-C500-413A-A81D-46FDB6B64D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394D98-7C63-42B1-B106-5CEA29882C5A}" type="datetimeFigureOut">
              <a:rPr lang="ko-KR" altLang="en-US" smtClean="0"/>
              <a:t>2023-10-10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87FC64-3910-41B6-986E-F29779B8BF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AC8CD0-8E6F-4641-A5C5-B6CCA9E25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786C6C-60E9-400C-BA8F-F39A27DE63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20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/>
              <a:t>Shared State</a:t>
            </a:r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공유된 </a:t>
            </a:r>
            <a:r>
              <a:rPr lang="en-US" altLang="ko-KR" dirty="0"/>
              <a:t>state</a:t>
            </a:r>
            <a:r>
              <a:rPr lang="ko-KR" altLang="en-US" dirty="0"/>
              <a:t>를 의미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자식 컴포넌트들이 가장 가까운 공통된 부모 컴포넌트의 </a:t>
            </a:r>
            <a:r>
              <a:rPr lang="en-US" altLang="ko-KR" dirty="0"/>
              <a:t>state</a:t>
            </a:r>
            <a:r>
              <a:rPr lang="ko-KR" altLang="en-US" dirty="0"/>
              <a:t>를 공유해서 사용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어떤 컴포넌트의 </a:t>
            </a:r>
            <a:r>
              <a:rPr lang="en-US" altLang="ko-KR" dirty="0"/>
              <a:t>state</a:t>
            </a:r>
            <a:r>
              <a:rPr lang="ko-KR" altLang="en-US" dirty="0"/>
              <a:t>에 있는 데이터를 여러 개의 하위 컴포넌트에서 공통적으로 사용하는 경우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62DEC69-5A55-FEFB-4BB8-DE36536A3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4939" y="3429000"/>
            <a:ext cx="5742122" cy="292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5819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en-US" altLang="ko-KR" dirty="0"/>
              <a:t>Shared State</a:t>
            </a:r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자식 컴포넌트들이 각각의 온도 값을 가지고 있을 필요 없이</a:t>
            </a:r>
            <a:r>
              <a:rPr lang="en-US" altLang="ko-KR" dirty="0"/>
              <a:t>, </a:t>
            </a:r>
            <a:r>
              <a:rPr lang="ko-KR" altLang="en-US" dirty="0"/>
              <a:t>부모 컴포넌트의 </a:t>
            </a:r>
            <a:r>
              <a:rPr lang="en-US" altLang="ko-KR" dirty="0"/>
              <a:t>state</a:t>
            </a:r>
            <a:r>
              <a:rPr lang="ko-KR" altLang="en-US" dirty="0"/>
              <a:t>에 있는 온도 값을 변환해서 표시해주면 됨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r>
              <a:rPr lang="en-US" altLang="ko-KR" dirty="0"/>
              <a:t> 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6E79423-F441-F226-CF71-C0D80C7F9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498" y="2109016"/>
            <a:ext cx="6728530" cy="36473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D9BD70-7FCB-79C9-03EF-81B3EAADC0FE}"/>
              </a:ext>
            </a:extLst>
          </p:cNvPr>
          <p:cNvSpPr txBox="1"/>
          <p:nvPr/>
        </p:nvSpPr>
        <p:spPr>
          <a:xfrm>
            <a:off x="838200" y="5851503"/>
            <a:ext cx="10515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-&gt; </a:t>
            </a:r>
            <a:r>
              <a:rPr lang="ko-KR" altLang="en-US" sz="2800" dirty="0"/>
              <a:t>하위 컴포넌트가 공통된 부모 컴포넌트의 </a:t>
            </a:r>
            <a:r>
              <a:rPr lang="en-US" altLang="ko-KR" sz="2800" dirty="0"/>
              <a:t>state</a:t>
            </a:r>
            <a:r>
              <a:rPr lang="ko-KR" altLang="en-US" sz="2800" dirty="0"/>
              <a:t>를 공유하여 사용하는 것</a:t>
            </a:r>
          </a:p>
        </p:txBody>
      </p:sp>
    </p:spTree>
    <p:extLst>
      <p:ext uri="{BB962C8B-B14F-4D97-AF65-F5344CB8AC3E}">
        <p14:creationId xmlns:p14="http://schemas.microsoft.com/office/powerpoint/2010/main" val="3525989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/>
              <a:t>하위 컴포넌트에서 </a:t>
            </a:r>
            <a:r>
              <a:rPr lang="en-US" altLang="ko-KR" dirty="0"/>
              <a:t>State </a:t>
            </a:r>
            <a:r>
              <a:rPr lang="ko-KR" altLang="en-US" dirty="0"/>
              <a:t>공유하기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물의 끓음 여부를 알려주는 컴포넌트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A736D5B-F815-5BF6-7249-25255046F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2874" y="2010065"/>
            <a:ext cx="4791744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581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/>
              <a:t>하위 컴포넌트에서 </a:t>
            </a:r>
            <a:r>
              <a:rPr lang="en-US" altLang="ko-KR" dirty="0"/>
              <a:t>State </a:t>
            </a:r>
            <a:r>
              <a:rPr lang="ko-KR" altLang="en-US" dirty="0"/>
              <a:t>공유하기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물의 끓음 여부를 알려주는 컴포넌트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C6144F5-5602-9B5D-578B-17F3C5DB38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2489" y="1857876"/>
            <a:ext cx="8030696" cy="4382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69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/>
              <a:t>하위 컴포넌트에서 </a:t>
            </a:r>
            <a:r>
              <a:rPr lang="en-US" altLang="ko-KR" dirty="0"/>
              <a:t>State </a:t>
            </a:r>
            <a:r>
              <a:rPr lang="ko-KR" altLang="en-US" dirty="0"/>
              <a:t>공유하기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입력 컴포넌트 추출하기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-&gt; </a:t>
            </a:r>
            <a:r>
              <a:rPr lang="ko-KR" altLang="en-US" dirty="0"/>
              <a:t>섭씨온도와 화씨온도를 각각 따로 </a:t>
            </a:r>
            <a:r>
              <a:rPr lang="ko-KR" altLang="en-US" dirty="0" err="1"/>
              <a:t>입력받아</a:t>
            </a:r>
            <a:r>
              <a:rPr lang="ko-KR" altLang="en-US" dirty="0"/>
              <a:t> 재사용이 가능한 형태로 사용하기 위해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7803C2E-91F7-EFD4-161C-7E552A10D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167" y="2693801"/>
            <a:ext cx="6325970" cy="3877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2780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/>
              <a:t>하위 컴포넌트에서 </a:t>
            </a:r>
            <a:r>
              <a:rPr lang="en-US" altLang="ko-KR" dirty="0"/>
              <a:t>State </a:t>
            </a:r>
            <a:r>
              <a:rPr lang="ko-KR" altLang="en-US" dirty="0"/>
              <a:t>공유하기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입력 컴포넌트 추출하기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  -&gt; </a:t>
            </a:r>
            <a:r>
              <a:rPr lang="ko-KR" altLang="en-US" dirty="0"/>
              <a:t>섭씨온도와 화씨온도를 각각 따로 </a:t>
            </a:r>
            <a:r>
              <a:rPr lang="ko-KR" altLang="en-US" dirty="0" err="1"/>
              <a:t>입력받아</a:t>
            </a:r>
            <a:r>
              <a:rPr lang="ko-KR" altLang="en-US" dirty="0"/>
              <a:t> 재사용이 가능한 형태로 사용하기 위해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AA202F1-7B3A-4D2E-80FD-A07510E71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1048" y="2920631"/>
            <a:ext cx="5553850" cy="2210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5331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/>
              <a:t>하위 컴포넌트에서 </a:t>
            </a:r>
            <a:r>
              <a:rPr lang="en-US" altLang="ko-KR" dirty="0"/>
              <a:t>State </a:t>
            </a:r>
            <a:r>
              <a:rPr lang="ko-KR" altLang="en-US" dirty="0"/>
              <a:t>공유하기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온도 변환 함수 작성하기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en-US" altLang="ko-KR" dirty="0" err="1"/>
              <a:t>TemperatureInput</a:t>
            </a:r>
            <a:r>
              <a:rPr lang="ko-KR" altLang="en-US" dirty="0"/>
              <a:t>의 </a:t>
            </a:r>
            <a:r>
              <a:rPr lang="en-US" altLang="ko-KR" dirty="0"/>
              <a:t>state</a:t>
            </a:r>
            <a:r>
              <a:rPr lang="ko-KR" altLang="en-US" dirty="0"/>
              <a:t>로 섭씨온도와 화씨온도 값을 따로 </a:t>
            </a:r>
            <a:r>
              <a:rPr lang="ko-KR" altLang="en-US" dirty="0" err="1"/>
              <a:t>입력받으면</a:t>
            </a:r>
            <a:r>
              <a:rPr lang="ko-KR" altLang="en-US" dirty="0"/>
              <a:t> 두 개의 값이 다를 수 있기 때문에 두 개의 값을 동기화 시킴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004E9C5-77EC-0BA3-2DFE-B9B6B5C114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345" y="2785735"/>
            <a:ext cx="5528031" cy="3888629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18389D3-3996-82A8-1437-98C2161F5489}"/>
              </a:ext>
            </a:extLst>
          </p:cNvPr>
          <p:cNvSpPr/>
          <p:nvPr/>
        </p:nvSpPr>
        <p:spPr>
          <a:xfrm>
            <a:off x="2905932" y="2785735"/>
            <a:ext cx="3789336" cy="167777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3616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/>
              <a:t>하위 컴포넌트에서 </a:t>
            </a:r>
            <a:r>
              <a:rPr lang="en-US" altLang="ko-KR" dirty="0"/>
              <a:t>State </a:t>
            </a:r>
            <a:r>
              <a:rPr lang="ko-KR" altLang="en-US" dirty="0"/>
              <a:t>공유하기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온도 변환 함수 작성하기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en-US" altLang="ko-KR" dirty="0" err="1"/>
              <a:t>tryConvert</a:t>
            </a:r>
            <a:r>
              <a:rPr lang="ko-KR" altLang="en-US" dirty="0"/>
              <a:t> 사용 예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1A07031-1DE5-50A5-9B78-D6E4A7C92C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375476"/>
            <a:ext cx="10406240" cy="70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538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/>
              <a:t>하위 컴포넌트에서 </a:t>
            </a:r>
            <a:r>
              <a:rPr lang="en-US" altLang="ko-KR" dirty="0"/>
              <a:t>State </a:t>
            </a:r>
            <a:r>
              <a:rPr lang="ko-KR" altLang="en-US" dirty="0"/>
              <a:t>공유하기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Shared State </a:t>
            </a:r>
            <a:r>
              <a:rPr lang="ko-KR" altLang="en-US" dirty="0"/>
              <a:t>적용하기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State </a:t>
            </a:r>
            <a:r>
              <a:rPr lang="ko-KR" altLang="en-US" dirty="0"/>
              <a:t>끌어올리기</a:t>
            </a:r>
            <a:r>
              <a:rPr lang="en-US" altLang="ko-KR" dirty="0"/>
              <a:t>(Lifting State Up) : state</a:t>
            </a:r>
            <a:r>
              <a:rPr lang="ko-KR" altLang="en-US" dirty="0"/>
              <a:t>를 상위 컴포넌트로 올린다는 것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  </a:t>
            </a:r>
            <a:r>
              <a:rPr lang="en-US" altLang="ko-KR" dirty="0"/>
              <a:t>- </a:t>
            </a:r>
            <a:r>
              <a:rPr lang="ko-KR" altLang="en-US" dirty="0"/>
              <a:t>온도 값을 컴포넌트의 </a:t>
            </a:r>
            <a:r>
              <a:rPr lang="en-US" altLang="ko-KR" dirty="0"/>
              <a:t>state</a:t>
            </a:r>
            <a:r>
              <a:rPr lang="ko-KR" altLang="en-US" dirty="0"/>
              <a:t>가 아닌 </a:t>
            </a:r>
            <a:r>
              <a:rPr lang="en-US" altLang="ko-KR" dirty="0"/>
              <a:t>props</a:t>
            </a:r>
            <a:r>
              <a:rPr lang="ko-KR" altLang="en-US" dirty="0"/>
              <a:t>를 통해서 가져옴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D35FF3E-9856-C75F-A362-8E186F2D8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025" y="2656302"/>
            <a:ext cx="8878539" cy="176237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89C7751-9914-9DE6-11AA-FB85EFB58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733" y="5144984"/>
            <a:ext cx="6258798" cy="1200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032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/>
              <a:t>하위 컴포넌트에서 </a:t>
            </a:r>
            <a:r>
              <a:rPr lang="en-US" altLang="ko-KR" dirty="0"/>
              <a:t>State </a:t>
            </a:r>
            <a:r>
              <a:rPr lang="ko-KR" altLang="en-US" dirty="0"/>
              <a:t>공유하기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Shared State </a:t>
            </a:r>
            <a:r>
              <a:rPr lang="ko-KR" altLang="en-US" dirty="0"/>
              <a:t>적용하기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최종적으로 </a:t>
            </a:r>
            <a:r>
              <a:rPr lang="en-US" altLang="ko-KR" dirty="0"/>
              <a:t>state</a:t>
            </a:r>
            <a:r>
              <a:rPr lang="ko-KR" altLang="en-US" dirty="0"/>
              <a:t>는 제거되었고 오로지 상위 컴포넌트에서 전달받은 </a:t>
            </a:r>
            <a:r>
              <a:rPr lang="ko-KR" altLang="en-US" dirty="0" err="1"/>
              <a:t>값만을</a:t>
            </a:r>
            <a:r>
              <a:rPr lang="ko-KR" altLang="en-US" dirty="0"/>
              <a:t> 사용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7DE7188-91A0-CF96-F06B-FD8D37010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459" y="2719521"/>
            <a:ext cx="8745170" cy="386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1425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/>
              <a:t>하위 컴포넌트에서 </a:t>
            </a:r>
            <a:r>
              <a:rPr lang="en-US" altLang="ko-KR" dirty="0"/>
              <a:t>State </a:t>
            </a:r>
            <a:r>
              <a:rPr lang="ko-KR" altLang="en-US" dirty="0"/>
              <a:t>공유하기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Calculator</a:t>
            </a:r>
            <a:r>
              <a:rPr lang="ko-KR" altLang="en-US" dirty="0"/>
              <a:t> 컴포넌트 변경하기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FA1216E-D279-0D22-06E5-49F512EBC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850" y="1642820"/>
            <a:ext cx="5613306" cy="5129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0072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AE01C4-B69D-4D26-9419-A25A508CE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29673"/>
            <a:ext cx="10515600" cy="5447290"/>
          </a:xfrm>
        </p:spPr>
        <p:txBody>
          <a:bodyPr>
            <a:normAutofit/>
          </a:bodyPr>
          <a:lstStyle/>
          <a:p>
            <a:r>
              <a:rPr lang="ko-KR" altLang="en-US" dirty="0"/>
              <a:t>하위 컴포넌트에서 </a:t>
            </a:r>
            <a:r>
              <a:rPr lang="en-US" altLang="ko-KR" dirty="0"/>
              <a:t>State </a:t>
            </a:r>
            <a:r>
              <a:rPr lang="ko-KR" altLang="en-US" dirty="0"/>
              <a:t>공유하기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최종 완성된 구조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 </a:t>
            </a:r>
            <a:r>
              <a:rPr lang="ko-KR" altLang="en-US" dirty="0"/>
              <a:t>상위 컴포넌트 </a:t>
            </a:r>
            <a:r>
              <a:rPr lang="en-US" altLang="ko-KR" dirty="0"/>
              <a:t>Calculator</a:t>
            </a:r>
            <a:r>
              <a:rPr lang="ko-KR" altLang="en-US" dirty="0"/>
              <a:t>에서 온도 값과 단위를 각각의 </a:t>
            </a:r>
            <a:r>
              <a:rPr lang="en-US" altLang="ko-KR" dirty="0"/>
              <a:t>state</a:t>
            </a:r>
            <a:r>
              <a:rPr lang="ko-KR" altLang="en-US" dirty="0"/>
              <a:t>로 가지고 있음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 -</a:t>
            </a:r>
            <a:r>
              <a:rPr lang="ko-KR" altLang="en-US" dirty="0"/>
              <a:t> 하위 컴포넌트는 각각 섭씨와 화씨로 변환된 온도 값과 단위</a:t>
            </a:r>
            <a:r>
              <a:rPr lang="en-US" altLang="ko-KR" dirty="0"/>
              <a:t>, </a:t>
            </a:r>
            <a:r>
              <a:rPr lang="ko-KR" altLang="en-US" dirty="0"/>
              <a:t>온도를 업데이트하기 위한 함수를 </a:t>
            </a:r>
            <a:r>
              <a:rPr lang="en-US" altLang="ko-KR" dirty="0"/>
              <a:t>props</a:t>
            </a:r>
            <a:r>
              <a:rPr lang="ko-KR" altLang="en-US" dirty="0"/>
              <a:t>로 갖고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96C0062-0D50-A127-C64E-C496D826E2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3210" y="3587858"/>
            <a:ext cx="5538606" cy="3115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459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</TotalTime>
  <Words>305</Words>
  <Application>Microsoft Office PowerPoint</Application>
  <PresentationFormat>와이드스크린</PresentationFormat>
  <Paragraphs>46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최 원호</dc:creator>
  <cp:lastModifiedBy>원호 최</cp:lastModifiedBy>
  <cp:revision>44</cp:revision>
  <dcterms:created xsi:type="dcterms:W3CDTF">2021-11-22T00:19:55Z</dcterms:created>
  <dcterms:modified xsi:type="dcterms:W3CDTF">2023-10-09T20:26:29Z</dcterms:modified>
</cp:coreProperties>
</file>