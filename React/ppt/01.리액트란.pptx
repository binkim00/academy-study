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26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fontScale="92500"/>
          </a:bodyPr>
          <a:lstStyle/>
          <a:p>
            <a:r>
              <a:rPr lang="ko-KR" altLang="en-US" dirty="0" err="1" smtClean="0"/>
              <a:t>리액트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/>
              <a:t>대표적인 자바스크립트 </a:t>
            </a:r>
            <a:r>
              <a:rPr lang="en-US" altLang="ko-KR" dirty="0"/>
              <a:t>UI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A JavaScript library for building user interfaces.</a:t>
            </a:r>
          </a:p>
          <a:p>
            <a:pPr marL="0" indent="0">
              <a:buNone/>
            </a:pPr>
            <a:r>
              <a:rPr lang="en-US" altLang="ko-KR" dirty="0"/>
              <a:t>    (</a:t>
            </a:r>
            <a:r>
              <a:rPr lang="ko-KR" altLang="en-US" dirty="0"/>
              <a:t>사용자 인터페이스를 만들기 위한 자바스크립트 라이브러리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라이브러리</a:t>
            </a:r>
            <a:r>
              <a:rPr lang="en-US" altLang="ko-KR" dirty="0"/>
              <a:t>(library) : </a:t>
            </a:r>
            <a:r>
              <a:rPr lang="ko-KR" altLang="en-US" dirty="0"/>
              <a:t>자주 사용되는 기능을 정리해 모아 놓은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smtClean="0"/>
              <a:t>자바스크립트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프레임워크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NGULAR JS(</a:t>
            </a:r>
            <a:r>
              <a:rPr lang="ko-KR" altLang="en-US" dirty="0" err="1" smtClean="0"/>
              <a:t>앵귤러</a:t>
            </a:r>
            <a:r>
              <a:rPr lang="ko-KR" altLang="en-US" dirty="0" smtClean="0"/>
              <a:t> </a:t>
            </a:r>
            <a:r>
              <a:rPr lang="en-US" altLang="ko-KR" dirty="0" smtClean="0"/>
              <a:t>JS)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React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Vue.js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 smtClean="0"/>
              <a:t>리액트의</a:t>
            </a:r>
            <a:r>
              <a:rPr lang="ko-KR" altLang="en-US" dirty="0" smtClean="0"/>
              <a:t> 장점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빠른 업데이트와 </a:t>
            </a:r>
            <a:r>
              <a:rPr lang="ko-KR" altLang="en-US" dirty="0" err="1"/>
              <a:t>렌더링</a:t>
            </a:r>
            <a:r>
              <a:rPr lang="ko-KR" altLang="en-US" dirty="0"/>
              <a:t> 속도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컴포넌트 기반 구조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재사용성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든든한 지원군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활발한 지식 공유 </a:t>
            </a:r>
            <a:r>
              <a:rPr lang="en-US" altLang="ko-KR" dirty="0"/>
              <a:t>&amp; </a:t>
            </a:r>
            <a:r>
              <a:rPr lang="ko-KR" altLang="en-US" dirty="0"/>
              <a:t>커뮤니티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모바일</a:t>
            </a:r>
            <a:r>
              <a:rPr lang="ko-KR" altLang="en-US" dirty="0"/>
              <a:t> </a:t>
            </a:r>
            <a:r>
              <a:rPr lang="ko-KR" altLang="en-US" dirty="0" err="1"/>
              <a:t>앱</a:t>
            </a:r>
            <a:r>
              <a:rPr lang="ko-KR" altLang="en-US" dirty="0"/>
              <a:t> 개발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r>
              <a:rPr lang="ko-KR" altLang="en-US" dirty="0" err="1" smtClean="0"/>
              <a:t>리액트의</a:t>
            </a:r>
            <a:r>
              <a:rPr lang="ko-KR" altLang="en-US" dirty="0" smtClean="0"/>
              <a:t> 단점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방대한 학습량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높은 상태 관리 복잡도</a:t>
            </a:r>
            <a:r>
              <a:rPr lang="en-US" altLang="ko-KR" dirty="0" smtClean="0"/>
              <a:t>(state)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79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106</Words>
  <Application>Microsoft Office PowerPoint</Application>
  <PresentationFormat>사용자 지정</PresentationFormat>
  <Paragraphs>22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24</cp:revision>
  <dcterms:created xsi:type="dcterms:W3CDTF">2021-11-22T00:19:55Z</dcterms:created>
  <dcterms:modified xsi:type="dcterms:W3CDTF">2023-09-15T04:37:18Z</dcterms:modified>
</cp:coreProperties>
</file>