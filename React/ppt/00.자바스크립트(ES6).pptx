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6" r:id="rId3"/>
    <p:sldId id="267" r:id="rId4"/>
    <p:sldId id="26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26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/>
          <a:lstStyle/>
          <a:p>
            <a:r>
              <a:rPr lang="ko-KR" altLang="en-US" dirty="0" smtClean="0"/>
              <a:t>자바스크립트</a:t>
            </a:r>
            <a:r>
              <a:rPr lang="en-US" altLang="ko-KR" dirty="0" smtClean="0"/>
              <a:t>(ES6)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자바스크립트의 정식 명칭은 </a:t>
            </a:r>
            <a:r>
              <a:rPr lang="en-US" altLang="ko-KR" dirty="0" smtClean="0"/>
              <a:t>ECMAScript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버전을 매길 때 </a:t>
            </a:r>
            <a:r>
              <a:rPr lang="en-US" altLang="ko-KR" dirty="0" smtClean="0"/>
              <a:t>ECMAScript</a:t>
            </a:r>
            <a:r>
              <a:rPr lang="ko-KR" altLang="en-US" dirty="0" smtClean="0"/>
              <a:t>의 글자를 따서 </a:t>
            </a:r>
            <a:r>
              <a:rPr lang="en-US" altLang="ko-KR" dirty="0" smtClean="0"/>
              <a:t>ES5, ES6, … </a:t>
            </a:r>
            <a:r>
              <a:rPr lang="ko-KR" altLang="en-US" dirty="0" smtClean="0"/>
              <a:t>식으로 이름을 지음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 ES6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2015</a:t>
            </a:r>
            <a:r>
              <a:rPr lang="ko-KR" altLang="en-US" dirty="0" smtClean="0"/>
              <a:t>년에 발표되었기 때문에 </a:t>
            </a:r>
            <a:r>
              <a:rPr lang="en-US" altLang="ko-KR" dirty="0" smtClean="0"/>
              <a:t>ECMAScript2015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ES2015</a:t>
            </a:r>
            <a:r>
              <a:rPr lang="ko-KR" altLang="en-US" dirty="0" smtClean="0"/>
              <a:t>라고 부르기도 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최신 버전은 </a:t>
            </a:r>
            <a:r>
              <a:rPr lang="en-US" altLang="ko-KR" dirty="0" smtClean="0"/>
              <a:t>ES15(ECMAScript2024)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/>
          <a:lstStyle/>
          <a:p>
            <a:r>
              <a:rPr lang="ko-KR" altLang="en-US" dirty="0" smtClean="0"/>
              <a:t>자바스크립트</a:t>
            </a:r>
            <a:r>
              <a:rPr lang="en-US" altLang="ko-KR" dirty="0" smtClean="0"/>
              <a:t>(ES6) – </a:t>
            </a:r>
            <a:r>
              <a:rPr lang="ko-KR" altLang="en-US" dirty="0" smtClean="0"/>
              <a:t>변수 선언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var</a:t>
            </a:r>
            <a:r>
              <a:rPr lang="en-US" altLang="ko-KR" dirty="0" smtClean="0"/>
              <a:t>, let, </a:t>
            </a:r>
            <a:r>
              <a:rPr lang="en-US" altLang="ko-KR" dirty="0" err="1" smtClean="0"/>
              <a:t>const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/>
              <a:t>var</a:t>
            </a:r>
            <a:r>
              <a:rPr lang="ko-KR" altLang="en-US" dirty="0"/>
              <a:t>는 </a:t>
            </a:r>
            <a:r>
              <a:rPr lang="ko-KR" altLang="en-US" dirty="0" err="1"/>
              <a:t>호이스팅</a:t>
            </a:r>
            <a:r>
              <a:rPr lang="ko-KR" altLang="en-US" dirty="0"/>
              <a:t> </a:t>
            </a:r>
            <a:r>
              <a:rPr lang="ko-KR" altLang="en-US" dirty="0" err="1"/>
              <a:t>현상때문에</a:t>
            </a:r>
            <a:r>
              <a:rPr lang="ko-KR" altLang="en-US" dirty="0"/>
              <a:t> 지양함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let, </a:t>
            </a:r>
            <a:r>
              <a:rPr lang="en-US" altLang="ko-KR" dirty="0" err="1" smtClean="0"/>
              <a:t>const</a:t>
            </a:r>
            <a:r>
              <a:rPr lang="ko-KR" altLang="en-US" dirty="0" smtClean="0"/>
              <a:t>가 추가됨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let – </a:t>
            </a:r>
            <a:r>
              <a:rPr lang="ko-KR" altLang="en-US" dirty="0" smtClean="0"/>
              <a:t>변하는 값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const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변하지 않는 값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605" y="3833037"/>
            <a:ext cx="325755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7900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/>
          <a:lstStyle/>
          <a:p>
            <a:r>
              <a:rPr lang="ko-KR" altLang="en-US" dirty="0" smtClean="0"/>
              <a:t>자바스크립트</a:t>
            </a:r>
            <a:r>
              <a:rPr lang="en-US" altLang="ko-KR" dirty="0" smtClean="0"/>
              <a:t>(ES6) – </a:t>
            </a:r>
            <a:r>
              <a:rPr lang="ko-KR" altLang="en-US" dirty="0" smtClean="0"/>
              <a:t>함수</a:t>
            </a:r>
            <a:r>
              <a:rPr lang="en-US" altLang="ko-KR" dirty="0" smtClean="0"/>
              <a:t>(Arrow Function)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073" y="1311791"/>
            <a:ext cx="447675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073" y="2689484"/>
            <a:ext cx="5162550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169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/>
          <a:lstStyle/>
          <a:p>
            <a:r>
              <a:rPr lang="ko-KR" altLang="en-US" dirty="0" smtClean="0"/>
              <a:t>자바스크립트</a:t>
            </a:r>
            <a:r>
              <a:rPr lang="en-US" altLang="ko-KR" dirty="0" smtClean="0"/>
              <a:t>(ES6) – </a:t>
            </a:r>
            <a:r>
              <a:rPr lang="ko-KR" altLang="en-US" dirty="0" smtClean="0"/>
              <a:t>변수 선언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var</a:t>
            </a:r>
            <a:r>
              <a:rPr lang="en-US" altLang="ko-KR" dirty="0" smtClean="0"/>
              <a:t>, let, </a:t>
            </a:r>
            <a:r>
              <a:rPr lang="en-US" altLang="ko-KR" dirty="0" err="1" smtClean="0"/>
              <a:t>const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/>
              <a:t>var</a:t>
            </a:r>
            <a:r>
              <a:rPr lang="ko-KR" altLang="en-US" dirty="0"/>
              <a:t>는 </a:t>
            </a:r>
            <a:r>
              <a:rPr lang="ko-KR" altLang="en-US" dirty="0" err="1"/>
              <a:t>호이스팅</a:t>
            </a:r>
            <a:r>
              <a:rPr lang="ko-KR" altLang="en-US" dirty="0"/>
              <a:t> </a:t>
            </a:r>
            <a:r>
              <a:rPr lang="ko-KR" altLang="en-US" dirty="0" err="1"/>
              <a:t>현상때문에</a:t>
            </a:r>
            <a:r>
              <a:rPr lang="ko-KR" altLang="en-US" dirty="0"/>
              <a:t> 지양함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let, </a:t>
            </a:r>
            <a:r>
              <a:rPr lang="en-US" altLang="ko-KR" dirty="0" err="1" smtClean="0"/>
              <a:t>const</a:t>
            </a:r>
            <a:r>
              <a:rPr lang="ko-KR" altLang="en-US" dirty="0" smtClean="0"/>
              <a:t>가 추가됨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let – </a:t>
            </a:r>
            <a:r>
              <a:rPr lang="ko-KR" altLang="en-US" dirty="0" smtClean="0"/>
              <a:t>변하는 값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const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변하지 않는 값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605" y="3833037"/>
            <a:ext cx="325755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8839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141</Words>
  <Application>Microsoft Office PowerPoint</Application>
  <PresentationFormat>사용자 지정</PresentationFormat>
  <Paragraphs>29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23</cp:revision>
  <dcterms:created xsi:type="dcterms:W3CDTF">2021-11-22T00:19:55Z</dcterms:created>
  <dcterms:modified xsi:type="dcterms:W3CDTF">2023-09-15T02:08:19Z</dcterms:modified>
</cp:coreProperties>
</file>