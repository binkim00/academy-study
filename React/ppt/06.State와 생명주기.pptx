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8" r:id="rId3"/>
    <p:sldId id="279" r:id="rId4"/>
    <p:sldId id="281" r:id="rId5"/>
    <p:sldId id="280" r:id="rId6"/>
    <p:sldId id="28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-132" y="-4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State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err="1" smtClean="0"/>
              <a:t>리액트</a:t>
            </a:r>
            <a:r>
              <a:rPr lang="ko-KR" altLang="en-US" dirty="0" smtClean="0"/>
              <a:t> 컴포넌트의 상태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리액트</a:t>
            </a:r>
            <a:r>
              <a:rPr lang="en-US" altLang="ko-KR" dirty="0" smtClean="0"/>
              <a:t> </a:t>
            </a:r>
            <a:r>
              <a:rPr lang="ko-KR" altLang="en-US" dirty="0" smtClean="0"/>
              <a:t>컴포넌트의 변경 가능한 데이터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state</a:t>
            </a:r>
            <a:r>
              <a:rPr lang="ko-KR" altLang="en-US" dirty="0" smtClean="0"/>
              <a:t>는 각 개발자가 직접 정의해서 사용함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렌더링이나</a:t>
            </a:r>
            <a:r>
              <a:rPr lang="ko-KR" altLang="en-US" dirty="0" smtClean="0"/>
              <a:t> 데이터 흐름에 사용되는 값만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에 포함시켜야 함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가 변경될 경우 컴포넌트가 </a:t>
            </a:r>
            <a:r>
              <a:rPr lang="ko-KR" altLang="en-US" dirty="0" err="1" smtClean="0"/>
              <a:t>재랜더링되기</a:t>
            </a:r>
            <a:r>
              <a:rPr lang="ko-KR" altLang="en-US" dirty="0" smtClean="0"/>
              <a:t> 때문</a:t>
            </a:r>
            <a:r>
              <a:rPr lang="en-US" altLang="ko-KR" dirty="0" smtClean="0"/>
              <a:t>(</a:t>
            </a:r>
            <a:r>
              <a:rPr lang="ko-KR" altLang="en-US" dirty="0" smtClean="0"/>
              <a:t>성능 저하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State</a:t>
            </a:r>
            <a:r>
              <a:rPr lang="ko-KR" altLang="en-US" dirty="0" smtClean="0"/>
              <a:t>의 특징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state</a:t>
            </a:r>
            <a:r>
              <a:rPr lang="ko-KR" altLang="en-US" dirty="0" smtClean="0"/>
              <a:t>는 자바스크립트 객체이다</a:t>
            </a:r>
            <a:r>
              <a:rPr lang="en-US" altLang="ko-KR" dirty="0" smtClean="0"/>
              <a:t>.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685" y="1844969"/>
            <a:ext cx="5303186" cy="2939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434856" y="2870791"/>
            <a:ext cx="1956391" cy="9569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66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State</a:t>
            </a:r>
            <a:r>
              <a:rPr lang="ko-KR" altLang="en-US" dirty="0" smtClean="0"/>
              <a:t>의 특징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/>
              <a:t>state</a:t>
            </a:r>
            <a:r>
              <a:rPr lang="ko-KR" altLang="en-US" dirty="0"/>
              <a:t>는 직접 수정할 수 없다</a:t>
            </a:r>
            <a:r>
              <a:rPr lang="en-US" altLang="ko-KR" dirty="0"/>
              <a:t>(</a:t>
            </a:r>
            <a:r>
              <a:rPr lang="ko-KR" altLang="en-US" dirty="0"/>
              <a:t>하면 </a:t>
            </a:r>
            <a:r>
              <a:rPr lang="ko-KR" altLang="en-US" dirty="0" err="1"/>
              <a:t>안된다</a:t>
            </a:r>
            <a:r>
              <a:rPr lang="en-US" altLang="ko-KR" dirty="0"/>
              <a:t>)</a:t>
            </a:r>
            <a:endParaRPr lang="en-US" altLang="ko-KR" dirty="0" smtClean="0"/>
          </a:p>
          <a:p>
            <a:r>
              <a:rPr lang="ko-KR" altLang="en-US" dirty="0" smtClean="0"/>
              <a:t>클래스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r>
              <a:rPr lang="en-US" altLang="ko-KR" dirty="0" smtClean="0"/>
              <a:t>- state</a:t>
            </a:r>
            <a:r>
              <a:rPr lang="ko-KR" altLang="en-US" dirty="0" smtClean="0"/>
              <a:t>를 변경하고자 할 때에는 꼭 </a:t>
            </a:r>
            <a:r>
              <a:rPr lang="en-US" altLang="ko-KR" dirty="0" err="1" smtClean="0"/>
              <a:t>setState</a:t>
            </a:r>
            <a:r>
              <a:rPr lang="en-US" altLang="ko-KR" dirty="0" smtClean="0"/>
              <a:t>()</a:t>
            </a:r>
            <a:r>
              <a:rPr lang="ko-KR" altLang="en-US" dirty="0" smtClean="0"/>
              <a:t>라는 함수를 사용해야 함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441" y="3131729"/>
            <a:ext cx="6398866" cy="2886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5947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함수 컴포넌트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en-US" altLang="ko-KR" dirty="0" err="1" smtClean="0"/>
              <a:t>useState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훅을 사용하여 각각의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를 정의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- </a:t>
            </a:r>
            <a:r>
              <a:rPr lang="ko-KR" altLang="en-US" dirty="0" smtClean="0"/>
              <a:t>각 </a:t>
            </a:r>
            <a:r>
              <a:rPr lang="en-US" altLang="ko-KR" dirty="0" smtClean="0"/>
              <a:t>state</a:t>
            </a:r>
            <a:r>
              <a:rPr lang="ko-KR" altLang="en-US" dirty="0" smtClean="0"/>
              <a:t>별로 주어지는 </a:t>
            </a:r>
            <a:r>
              <a:rPr lang="en-US" altLang="ko-KR" dirty="0" smtClean="0"/>
              <a:t>set</a:t>
            </a:r>
            <a:r>
              <a:rPr lang="ko-KR" altLang="en-US" dirty="0" smtClean="0"/>
              <a:t>함수를 사용하여 </a:t>
            </a:r>
            <a:r>
              <a:rPr lang="en-US" altLang="ko-KR" dirty="0" smtClean="0"/>
              <a:t>state</a:t>
            </a:r>
            <a:r>
              <a:rPr lang="ko-KR" altLang="en-US" dirty="0"/>
              <a:t> </a:t>
            </a:r>
            <a:r>
              <a:rPr lang="ko-KR" altLang="en-US" dirty="0" smtClean="0"/>
              <a:t>값을 변경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774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181"/>
            <a:ext cx="10515600" cy="5921782"/>
          </a:xfrm>
        </p:spPr>
        <p:txBody>
          <a:bodyPr>
            <a:normAutofit/>
          </a:bodyPr>
          <a:lstStyle/>
          <a:p>
            <a:r>
              <a:rPr lang="ko-KR" altLang="en-US" dirty="0" smtClean="0"/>
              <a:t>생명주기</a:t>
            </a:r>
            <a:r>
              <a:rPr lang="en-US" altLang="ko-KR" dirty="0" smtClean="0"/>
              <a:t>(Lifecycle)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컴포넌트가 계속 존재하는 것이 아니라 시간의 흐름에 따라 생성되고 업데이트되다가 사라진다</a:t>
            </a:r>
            <a:r>
              <a:rPr lang="en-US" altLang="ko-KR" dirty="0" smtClean="0"/>
              <a:t>.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  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752" y="1541721"/>
            <a:ext cx="10670880" cy="508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563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5181"/>
            <a:ext cx="10515600" cy="6400800"/>
          </a:xfrm>
        </p:spPr>
        <p:txBody>
          <a:bodyPr>
            <a:normAutofit lnSpcReduction="10000"/>
          </a:bodyPr>
          <a:lstStyle/>
          <a:p>
            <a:r>
              <a:rPr lang="ko-KR" altLang="en-US" dirty="0" smtClean="0"/>
              <a:t>생명주기</a:t>
            </a:r>
            <a:r>
              <a:rPr lang="en-US" altLang="ko-KR" dirty="0" smtClean="0"/>
              <a:t>(Lifecycle)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마운트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컴포넌트가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생성될 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err="1" smtClean="0"/>
              <a:t>componentDidMount</a:t>
            </a:r>
            <a:r>
              <a:rPr lang="en-US" altLang="ko-KR" dirty="0" smtClean="0"/>
              <a:t>()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smtClean="0"/>
              <a:t>업데이트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컴포넌트의 </a:t>
            </a:r>
            <a:r>
              <a:rPr lang="en-US" altLang="ko-KR" dirty="0" smtClean="0"/>
              <a:t>props</a:t>
            </a:r>
            <a:r>
              <a:rPr lang="ko-KR" altLang="en-US" dirty="0" smtClean="0"/>
              <a:t>가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변경될 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err="1" smtClean="0"/>
              <a:t>setState</a:t>
            </a:r>
            <a:r>
              <a:rPr lang="en-US" altLang="ko-KR" dirty="0" smtClean="0"/>
              <a:t>() </a:t>
            </a:r>
            <a:r>
              <a:rPr lang="ko-KR" altLang="en-US" dirty="0" smtClean="0"/>
              <a:t>함수 호출에 의해 </a:t>
            </a:r>
            <a:r>
              <a:rPr lang="en-US" altLang="ko-KR" dirty="0" smtClean="0"/>
              <a:t>s</a:t>
            </a:r>
            <a:r>
              <a:rPr lang="en-US" altLang="ko-KR" dirty="0" smtClean="0"/>
              <a:t>tate</a:t>
            </a:r>
            <a:r>
              <a:rPr lang="ko-KR" altLang="en-US" dirty="0" smtClean="0"/>
              <a:t>가 변경될 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err="1" smtClean="0"/>
              <a:t>forceUpdate</a:t>
            </a:r>
            <a:r>
              <a:rPr lang="en-US" altLang="ko-KR" dirty="0" smtClean="0"/>
              <a:t>()</a:t>
            </a:r>
            <a:r>
              <a:rPr lang="ko-KR" altLang="en-US" dirty="0" smtClean="0"/>
              <a:t>라는 강제 업데이트 함수가 호출될 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err="1" smtClean="0"/>
              <a:t>componentDigUpdate</a:t>
            </a:r>
            <a:r>
              <a:rPr lang="en-US" altLang="ko-KR" dirty="0" smtClean="0"/>
              <a:t>()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- </a:t>
            </a:r>
            <a:r>
              <a:rPr lang="ko-KR" altLang="en-US" dirty="0" err="1" smtClean="0"/>
              <a:t>언마운트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ko-KR" altLang="en-US" dirty="0" smtClean="0"/>
              <a:t>상위 컴포넌트에서 현재 컴포넌트를 더 이상 화면에 표시하지 않게 될 때</a:t>
            </a: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-&gt; </a:t>
            </a:r>
            <a:r>
              <a:rPr lang="en-US" altLang="ko-KR" dirty="0" err="1" smtClean="0"/>
              <a:t>componentWillUnmount</a:t>
            </a:r>
            <a:r>
              <a:rPr lang="en-US" altLang="ko-KR" dirty="0" smtClean="0"/>
              <a:t>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9633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208</Words>
  <Application>Microsoft Office PowerPoint</Application>
  <PresentationFormat>사용자 지정</PresentationFormat>
  <Paragraphs>34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admin</cp:lastModifiedBy>
  <cp:revision>36</cp:revision>
  <dcterms:created xsi:type="dcterms:W3CDTF">2021-11-22T00:19:55Z</dcterms:created>
  <dcterms:modified xsi:type="dcterms:W3CDTF">2023-09-19T03:18:54Z</dcterms:modified>
</cp:coreProperties>
</file>