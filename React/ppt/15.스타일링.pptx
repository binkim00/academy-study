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6" r:id="rId3"/>
    <p:sldId id="267" r:id="rId4"/>
    <p:sldId id="268" r:id="rId5"/>
    <p:sldId id="270" r:id="rId6"/>
    <p:sldId id="269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-132" y="-4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99A6BE8-D63F-43C0-8B97-0BE37FDE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91C0C094-B15B-453C-B6A3-09EEC8A6E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FBB760D-E26A-467D-9365-55D240F43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F444707-CAC0-4EFB-A854-2E92FE06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3C166D2-3135-483C-9688-D01DD9B7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83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F6D6470-211B-4AC3-8C3B-188EDFF6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2485A72C-3B01-4F39-97FA-41322B58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6B5498B-AA24-4AC0-B91C-5C122676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F304BF5-5106-46FE-9EE1-D19942EB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9311D062-1C27-46CD-82D5-D649894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77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CA276F9-5E0A-4D69-A3A4-208EB4ED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6337E2AA-550D-43FD-8353-52281D4C5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F27FBEB-BB75-4A8C-8B5E-0ED1A059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EAE6CDE0-4437-42ED-99D3-1528379C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07215FD-700A-42E3-8EDA-7C13D2D6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3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B1E346D-F4AA-4B30-A337-F73B47FC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516ABD12-5862-475B-A9A9-4EE2FC5A0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1AD057DD-9E2D-440D-B8CD-D937F2F99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1C7F0BF1-686A-44E6-8FDA-4AC2E4E3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C01127E3-759B-4351-86B9-1E195A8D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89D6B59-7655-4387-9899-FDEF3438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67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732A130-38FE-485E-A301-E045A31F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0107B87A-F351-4435-87AF-3AF4A00F6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24C6BEE2-7C1B-497A-9DA7-66140B995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AC3CE3FA-C122-4BD4-BFED-AEA346C18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23BF6E0E-0DD2-43D7-AE74-9F5F6BDAE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AAA4C220-3FD5-4319-85F2-274FE632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08D094F7-1547-4FBC-968A-3E5CF399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B0B01B89-5FAB-4936-8CB0-61343F1D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18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A7668A9-4B07-497F-9217-321C8DFD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6B488FBF-1050-4772-B12B-C04CEDF0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9C122A13-FEEE-47D0-A186-D1E77FC5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1564A41D-3B93-4F2B-8156-E57FC85F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88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BEF98244-C639-4716-9B51-522831DA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054BE864-3B7E-425C-BDC9-1460FE76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368912EC-805B-470A-8B76-A83FE156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98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D3C5F7D-5784-4BE5-8E40-7AB028E4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AC4DF990-6B28-4005-991A-D48F14E9F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85DF4BA-63C0-42FB-832E-CBDBB6622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857FBB10-81FC-4FF8-BB8D-51008393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DE80C800-F591-4D28-82A2-1F56B745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531A0135-7240-4811-AF1D-E0BD4F64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5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D3EAD16-0BDA-47A2-8B7F-A9348A87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C53D6283-8E48-47D8-82B1-70DE5ED10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35C3294C-93BD-4050-90F2-CBD773C3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335A561D-75D1-42EE-896F-C21DD79C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930ECE1-FF9B-450E-BCC5-E30DC31C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07BB0B7D-08DC-4BAE-A0BB-565BFCD2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00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E311CAC-A028-4151-9F58-D7998713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E7C51099-9805-46D2-98EC-923141D91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0332A18C-9B41-4DDC-9AF9-98937DEF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5BB4429-9B3B-4A2C-8D9D-33815101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2812D-0BC0-4C48-B09D-BCF67988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727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2D7C8B99-8082-48CF-B2A4-D9AE06DD7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66CA3240-2BDC-484F-815E-8A5B8C340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0DC532F-F844-4D54-8640-7AA023B8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F910337-3084-481A-834E-A19A44D13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159BA81-FD14-43C8-9C3C-86D27C22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98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9EC42348-4F9A-45D1-BC47-8A8A81D9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D8FDE544-CFD4-444E-97CC-B621300A8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BEF1DE2-C500-413A-A81D-46FDB6B64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94D98-7C63-42B1-B106-5CEA29882C5A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3287FC64-3910-41B6-986E-F29779B8B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8DAC8CD0-8E6F-4641-A5C5-B6CCA9E25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0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CSS(Cascading Style Sheets)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웹사이트 스타일링을 위한 일종의 언어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크게 </a:t>
            </a:r>
            <a:r>
              <a:rPr lang="ko-KR" altLang="en-US" dirty="0" err="1" smtClean="0"/>
              <a:t>선택자와</a:t>
            </a:r>
            <a:r>
              <a:rPr lang="ko-KR" altLang="en-US" dirty="0" smtClean="0"/>
              <a:t> 실제 스타일로 이루어져 있음</a:t>
            </a:r>
            <a:r>
              <a:rPr lang="en-US" altLang="ko-KR" dirty="0" smtClean="0"/>
              <a:t>.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선택자</a:t>
            </a:r>
            <a:r>
              <a:rPr lang="en-US" altLang="ko-KR" dirty="0" smtClean="0"/>
              <a:t>(selector) : </a:t>
            </a:r>
            <a:r>
              <a:rPr lang="ko-KR" altLang="en-US" dirty="0" err="1" smtClean="0"/>
              <a:t>엘리먼트에</a:t>
            </a:r>
            <a:r>
              <a:rPr lang="en-US" altLang="ko-KR" dirty="0" smtClean="0"/>
              <a:t> </a:t>
            </a:r>
            <a:r>
              <a:rPr lang="ko-KR" altLang="en-US" dirty="0" smtClean="0"/>
              <a:t>스타일이 적용되는 규칙</a:t>
            </a:r>
            <a:r>
              <a:rPr lang="en-US" altLang="ko-KR" dirty="0" smtClean="0"/>
              <a:t>, </a:t>
            </a:r>
            <a:r>
              <a:rPr lang="ko-KR" altLang="en-US" dirty="0" smtClean="0"/>
              <a:t>스타일을 어떤 </a:t>
            </a:r>
            <a:r>
              <a:rPr lang="ko-KR" altLang="en-US" dirty="0" err="1" smtClean="0"/>
              <a:t>엘리먼트에</a:t>
            </a:r>
            <a:r>
              <a:rPr lang="ko-KR" altLang="en-US" dirty="0" smtClean="0"/>
              <a:t> 적용할지를 선택하게 해주는 것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5819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CSS </a:t>
            </a:r>
            <a:r>
              <a:rPr lang="ko-KR" altLang="en-US" dirty="0" smtClean="0"/>
              <a:t>문법과 </a:t>
            </a:r>
            <a:r>
              <a:rPr lang="ko-KR" altLang="en-US" dirty="0" err="1" smtClean="0"/>
              <a:t>선택자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선택자를</a:t>
            </a:r>
            <a:r>
              <a:rPr lang="ko-KR" altLang="en-US" dirty="0" smtClean="0"/>
              <a:t> 먼저 쓰고 이후에 적용할 스타일을 중괄호 안에 세미콜론</a:t>
            </a:r>
            <a:r>
              <a:rPr lang="en-US" altLang="ko-KR" dirty="0" smtClean="0"/>
              <a:t>(;)</a:t>
            </a:r>
            <a:r>
              <a:rPr lang="ko-KR" altLang="en-US" dirty="0" smtClean="0"/>
              <a:t>으로 구분하여 하나씩 기술함</a:t>
            </a:r>
            <a:r>
              <a:rPr lang="en-US" altLang="ko-KR" dirty="0" smtClean="0"/>
              <a:t>.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888" y="2247679"/>
            <a:ext cx="7930781" cy="347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750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CSS </a:t>
            </a:r>
            <a:r>
              <a:rPr lang="ko-KR" altLang="en-US" dirty="0" smtClean="0"/>
              <a:t>문법과 </a:t>
            </a:r>
            <a:r>
              <a:rPr lang="ko-KR" altLang="en-US" dirty="0" err="1" smtClean="0"/>
              <a:t>선택자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선택자의 유형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  1.</a:t>
            </a:r>
            <a:r>
              <a:rPr lang="ko-KR" altLang="en-US" dirty="0" smtClean="0"/>
              <a:t>특정 </a:t>
            </a:r>
            <a:r>
              <a:rPr lang="en-US" altLang="ko-KR" dirty="0" smtClean="0"/>
              <a:t>HTML </a:t>
            </a:r>
            <a:r>
              <a:rPr lang="ko-KR" altLang="en-US" dirty="0" smtClean="0"/>
              <a:t>태그를 선택하기 위한 </a:t>
            </a:r>
            <a:r>
              <a:rPr lang="ko-KR" altLang="en-US" dirty="0" err="1" smtClean="0"/>
              <a:t>선택자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  2. id </a:t>
            </a:r>
            <a:r>
              <a:rPr lang="ko-KR" altLang="en-US" dirty="0" err="1" smtClean="0"/>
              <a:t>선택자</a:t>
            </a:r>
            <a:r>
              <a:rPr lang="ko-KR" altLang="en-US" dirty="0" smtClean="0"/>
              <a:t> </a:t>
            </a:r>
            <a:r>
              <a:rPr lang="en-US" altLang="ko-KR" dirty="0" smtClean="0"/>
              <a:t>: #</a:t>
            </a:r>
            <a:r>
              <a:rPr lang="ko-KR" altLang="en-US" dirty="0" smtClean="0"/>
              <a:t>뒤에 아이디를 넣어 사용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103" y="2228518"/>
            <a:ext cx="3780789" cy="1110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973" y="4318924"/>
            <a:ext cx="4228154" cy="1677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5514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CSS </a:t>
            </a:r>
            <a:r>
              <a:rPr lang="ko-KR" altLang="en-US" dirty="0" smtClean="0"/>
              <a:t>문법과 </a:t>
            </a:r>
            <a:r>
              <a:rPr lang="ko-KR" altLang="en-US" dirty="0" err="1" smtClean="0"/>
              <a:t>선택자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선택자의 유형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3. </a:t>
            </a:r>
            <a:r>
              <a:rPr lang="ko-KR" altLang="en-US" dirty="0" smtClean="0"/>
              <a:t>클래스 </a:t>
            </a:r>
            <a:r>
              <a:rPr lang="ko-KR" altLang="en-US" dirty="0" err="1" smtClean="0"/>
              <a:t>선택자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하나의 </a:t>
            </a:r>
            <a:r>
              <a:rPr lang="ko-KR" altLang="en-US" dirty="0" err="1" smtClean="0"/>
              <a:t>엘리먼트에</a:t>
            </a:r>
            <a:r>
              <a:rPr lang="ko-KR" altLang="en-US" dirty="0" smtClean="0"/>
              <a:t> 사용해야 하는 </a:t>
            </a:r>
            <a:r>
              <a:rPr lang="en-US" altLang="ko-KR" dirty="0" smtClean="0"/>
              <a:t>id</a:t>
            </a:r>
            <a:r>
              <a:rPr lang="ko-KR" altLang="en-US" dirty="0" smtClean="0"/>
              <a:t>와는 달리 여러 개의 </a:t>
            </a:r>
            <a:r>
              <a:rPr lang="ko-KR" altLang="en-US" dirty="0" err="1" smtClean="0"/>
              <a:t>엘리먼트를</a:t>
            </a:r>
            <a:r>
              <a:rPr lang="ko-KR" altLang="en-US" dirty="0" smtClean="0"/>
              <a:t> 분류하기 위해서 사용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  </a:t>
            </a:r>
            <a:r>
              <a:rPr lang="ko-KR" altLang="en-US" dirty="0" smtClean="0"/>
              <a:t>점</a:t>
            </a:r>
            <a:r>
              <a:rPr lang="en-US" altLang="ko-KR" dirty="0" smtClean="0"/>
              <a:t>(.) </a:t>
            </a:r>
            <a:r>
              <a:rPr lang="ko-KR" altLang="en-US" dirty="0" smtClean="0"/>
              <a:t>뒤에 </a:t>
            </a:r>
            <a:r>
              <a:rPr lang="ko-KR" altLang="en-US" dirty="0" err="1" smtClean="0"/>
              <a:t>클래스명을</a:t>
            </a:r>
            <a:r>
              <a:rPr lang="ko-KR" altLang="en-US" dirty="0" smtClean="0"/>
              <a:t> 넣어서 사용</a:t>
            </a:r>
            <a:r>
              <a:rPr lang="en-US" altLang="ko-KR" dirty="0" smtClean="0"/>
              <a:t>.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209" y="3233295"/>
            <a:ext cx="3153586" cy="331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039833" y="5773480"/>
            <a:ext cx="4487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p.medium</a:t>
            </a:r>
            <a:r>
              <a:rPr lang="ko-KR" altLang="en-US" dirty="0" smtClean="0"/>
              <a:t>은 해당 </a:t>
            </a:r>
            <a:r>
              <a:rPr lang="en-US" altLang="ko-KR" dirty="0" smtClean="0"/>
              <a:t>HTML </a:t>
            </a:r>
            <a:r>
              <a:rPr lang="ko-KR" altLang="en-US" dirty="0" smtClean="0"/>
              <a:t>태그에 </a:t>
            </a:r>
            <a:endParaRPr lang="en-US" altLang="ko-KR" dirty="0" smtClean="0"/>
          </a:p>
          <a:p>
            <a:r>
              <a:rPr lang="ko-KR" altLang="en-US" dirty="0" smtClean="0"/>
              <a:t>클래스가 있는 경우에만 스타일이 적용됨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7790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CSS </a:t>
            </a:r>
            <a:r>
              <a:rPr lang="ko-KR" altLang="en-US" dirty="0" smtClean="0"/>
              <a:t>문법과 </a:t>
            </a:r>
            <a:r>
              <a:rPr lang="ko-KR" altLang="en-US" dirty="0" err="1" smtClean="0"/>
              <a:t>선택자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선택자의 유형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4. </a:t>
            </a:r>
            <a:r>
              <a:rPr lang="ko-KR" altLang="en-US" dirty="0" smtClean="0"/>
              <a:t>전체 </a:t>
            </a:r>
            <a:r>
              <a:rPr lang="ko-KR" altLang="en-US" dirty="0" err="1" smtClean="0"/>
              <a:t>선택자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특정 </a:t>
            </a:r>
            <a:r>
              <a:rPr lang="ko-KR" altLang="en-US" dirty="0" err="1" smtClean="0"/>
              <a:t>엘리먼트가</a:t>
            </a:r>
            <a:r>
              <a:rPr lang="ko-KR" altLang="en-US" dirty="0" smtClean="0"/>
              <a:t> 아니라 전체 </a:t>
            </a:r>
            <a:r>
              <a:rPr lang="ko-KR" altLang="en-US" dirty="0" err="1" smtClean="0"/>
              <a:t>엘리먼트에</a:t>
            </a:r>
            <a:r>
              <a:rPr lang="ko-KR" altLang="en-US" dirty="0" smtClean="0"/>
              <a:t> 적용하기 위한 </a:t>
            </a:r>
            <a:r>
              <a:rPr lang="ko-KR" altLang="en-US" dirty="0" err="1" smtClean="0"/>
              <a:t>선택자</a:t>
            </a:r>
            <a:r>
              <a:rPr lang="en-US" altLang="ko-KR" dirty="0" smtClean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  5. </a:t>
            </a:r>
            <a:r>
              <a:rPr lang="ko-KR" altLang="en-US" dirty="0" smtClean="0"/>
              <a:t>그룹 </a:t>
            </a:r>
            <a:r>
              <a:rPr lang="ko-KR" altLang="en-US" dirty="0" err="1" smtClean="0"/>
              <a:t>선택자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여러 가지 </a:t>
            </a:r>
            <a:r>
              <a:rPr lang="ko-KR" altLang="en-US" dirty="0" err="1" smtClean="0"/>
              <a:t>선택자를</a:t>
            </a:r>
            <a:r>
              <a:rPr lang="ko-KR" altLang="en-US" dirty="0" smtClean="0"/>
              <a:t> 그룹으로 묶어 하나의 스타일을 적용하기 위한 </a:t>
            </a:r>
            <a:r>
              <a:rPr lang="ko-KR" altLang="en-US" dirty="0" err="1" smtClean="0"/>
              <a:t>선택자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899" y="2572526"/>
            <a:ext cx="3411348" cy="1275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898" y="5119023"/>
            <a:ext cx="3948961" cy="1345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1060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CSS </a:t>
            </a:r>
            <a:r>
              <a:rPr lang="ko-KR" altLang="en-US" dirty="0" smtClean="0"/>
              <a:t>문법과 </a:t>
            </a:r>
            <a:r>
              <a:rPr lang="ko-KR" altLang="en-US" dirty="0" err="1" smtClean="0"/>
              <a:t>선택자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선택자의 유형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  6. </a:t>
            </a:r>
            <a:r>
              <a:rPr lang="ko-KR" altLang="en-US" dirty="0" err="1" smtClean="0"/>
              <a:t>엘리먼트의</a:t>
            </a:r>
            <a:r>
              <a:rPr lang="ko-KR" altLang="en-US" dirty="0" smtClean="0"/>
              <a:t> 상태와 관련된 </a:t>
            </a:r>
            <a:r>
              <a:rPr lang="ko-KR" altLang="en-US" dirty="0" err="1" smtClean="0"/>
              <a:t>선택자</a:t>
            </a:r>
            <a:endParaRPr lang="en-US" altLang="ko-KR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8612" y="832022"/>
            <a:ext cx="2876550" cy="322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8612" y="4263680"/>
            <a:ext cx="3000375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145" y="2214211"/>
            <a:ext cx="7501491" cy="311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4488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레이아웃과</a:t>
            </a:r>
            <a:r>
              <a:rPr lang="en-US" altLang="ko-KR" dirty="0" smtClean="0"/>
              <a:t> </a:t>
            </a:r>
            <a:r>
              <a:rPr lang="ko-KR" altLang="en-US" dirty="0" smtClean="0"/>
              <a:t>관련된 속성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레이아웃 </a:t>
            </a:r>
            <a:r>
              <a:rPr lang="en-US" altLang="ko-KR" dirty="0" smtClean="0"/>
              <a:t>: </a:t>
            </a:r>
            <a:r>
              <a:rPr lang="ko-KR" altLang="en-US" sz="2400" dirty="0" smtClean="0"/>
              <a:t>화면에 </a:t>
            </a:r>
            <a:r>
              <a:rPr lang="ko-KR" altLang="en-US" sz="2400" dirty="0" err="1" smtClean="0"/>
              <a:t>엘리먼트들을</a:t>
            </a:r>
            <a:r>
              <a:rPr lang="ko-KR" altLang="en-US" sz="2400" dirty="0" smtClean="0"/>
              <a:t> 어떻게 배치할 것인지를 의미함</a:t>
            </a:r>
            <a:r>
              <a:rPr lang="en-US" altLang="ko-KR" sz="2400" dirty="0" smtClean="0"/>
              <a:t>.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381" y="1729785"/>
            <a:ext cx="43434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213" y="2514600"/>
            <a:ext cx="5913806" cy="3268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2043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레이아웃과</a:t>
            </a:r>
            <a:r>
              <a:rPr lang="en-US" altLang="ko-KR" dirty="0" smtClean="0"/>
              <a:t> </a:t>
            </a:r>
            <a:r>
              <a:rPr lang="ko-KR" altLang="en-US" dirty="0" smtClean="0"/>
              <a:t>관련된 속성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레이아웃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730" y="1731003"/>
            <a:ext cx="4210380" cy="842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730" y="2878655"/>
            <a:ext cx="8593138" cy="269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9370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레이아웃과</a:t>
            </a:r>
            <a:r>
              <a:rPr lang="en-US" altLang="ko-KR" dirty="0" smtClean="0"/>
              <a:t> </a:t>
            </a:r>
            <a:r>
              <a:rPr lang="ko-KR" altLang="en-US" dirty="0" smtClean="0"/>
              <a:t>관련된 속성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레이아웃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177" y="1710845"/>
            <a:ext cx="5909209" cy="840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177" y="2766680"/>
            <a:ext cx="6811962" cy="323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5164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레이아웃과</a:t>
            </a:r>
            <a:r>
              <a:rPr lang="en-US" altLang="ko-KR" dirty="0" smtClean="0"/>
              <a:t> </a:t>
            </a:r>
            <a:r>
              <a:rPr lang="ko-KR" altLang="en-US" dirty="0" smtClean="0"/>
              <a:t>관련된 속성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플렉스</a:t>
            </a:r>
            <a:r>
              <a:rPr lang="ko-KR" altLang="en-US" dirty="0" err="1" smtClean="0"/>
              <a:t>박스</a:t>
            </a:r>
            <a:r>
              <a:rPr lang="en-US" altLang="ko-KR" dirty="0" smtClean="0"/>
              <a:t>(Flexbox) : </a:t>
            </a:r>
            <a:r>
              <a:rPr lang="ko-KR" altLang="en-US" dirty="0" smtClean="0"/>
              <a:t>컨테이너와</a:t>
            </a:r>
            <a:r>
              <a:rPr lang="en-US" altLang="ko-KR" dirty="0" smtClean="0"/>
              <a:t> </a:t>
            </a:r>
            <a:r>
              <a:rPr lang="ko-KR" altLang="en-US" dirty="0" smtClean="0"/>
              <a:t>아이템으로 구성됨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900" y="1744847"/>
            <a:ext cx="5420612" cy="2507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899" y="4436325"/>
            <a:ext cx="9567455" cy="1613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7309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651"/>
            <a:ext cx="10515600" cy="5964312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레이아웃과</a:t>
            </a:r>
            <a:r>
              <a:rPr lang="en-US" altLang="ko-KR" dirty="0" smtClean="0"/>
              <a:t> </a:t>
            </a:r>
            <a:r>
              <a:rPr lang="ko-KR" altLang="en-US" dirty="0" smtClean="0"/>
              <a:t>관련된 속성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플렉스</a:t>
            </a:r>
            <a:r>
              <a:rPr lang="ko-KR" altLang="en-US" dirty="0" err="1" smtClean="0"/>
              <a:t>박스</a:t>
            </a:r>
            <a:r>
              <a:rPr lang="en-US" altLang="ko-KR" dirty="0" smtClean="0"/>
              <a:t>(Flexbox)</a:t>
            </a:r>
            <a:endParaRPr lang="en-US" altLang="ko-KR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17" y="1144865"/>
            <a:ext cx="5562932" cy="2790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230" y="530583"/>
            <a:ext cx="6006509" cy="3404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735" y="3934885"/>
            <a:ext cx="5340214" cy="260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1867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레이아웃과</a:t>
            </a:r>
            <a:r>
              <a:rPr lang="en-US" altLang="ko-KR" dirty="0" smtClean="0"/>
              <a:t> </a:t>
            </a:r>
            <a:r>
              <a:rPr lang="ko-KR" altLang="en-US" dirty="0" smtClean="0"/>
              <a:t>관련된 속성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플렉스</a:t>
            </a:r>
            <a:r>
              <a:rPr lang="ko-KR" altLang="en-US" dirty="0" err="1" smtClean="0"/>
              <a:t>박스</a:t>
            </a:r>
            <a:r>
              <a:rPr lang="en-US" altLang="ko-KR" dirty="0" smtClean="0"/>
              <a:t>(Flexbox)</a:t>
            </a:r>
            <a:endParaRPr lang="en-US" altLang="ko-KR" dirty="0" smtClean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53" y="1747506"/>
            <a:ext cx="5174179" cy="3273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8185" y="1747506"/>
            <a:ext cx="5646996" cy="3187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9071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레이아웃과</a:t>
            </a:r>
            <a:r>
              <a:rPr lang="en-US" altLang="ko-KR" dirty="0" smtClean="0"/>
              <a:t> </a:t>
            </a:r>
            <a:r>
              <a:rPr lang="ko-KR" altLang="en-US" dirty="0" smtClean="0"/>
              <a:t>관련된 속성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플렉스</a:t>
            </a:r>
            <a:r>
              <a:rPr lang="ko-KR" altLang="en-US" dirty="0" err="1" smtClean="0"/>
              <a:t>박스</a:t>
            </a:r>
            <a:r>
              <a:rPr lang="en-US" altLang="ko-KR" dirty="0" smtClean="0"/>
              <a:t>(Flexbox)</a:t>
            </a:r>
            <a:endParaRPr lang="en-US" altLang="ko-KR" dirty="0" smtClean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20" y="1894479"/>
            <a:ext cx="6050628" cy="3229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0748" y="1918112"/>
            <a:ext cx="5843736" cy="3205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5202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폰트와</a:t>
            </a:r>
            <a:r>
              <a:rPr lang="en-US" altLang="ko-KR" dirty="0" smtClean="0"/>
              <a:t> </a:t>
            </a:r>
            <a:r>
              <a:rPr lang="ko-KR" altLang="en-US" dirty="0" smtClean="0"/>
              <a:t>관련된 속성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- fallback : </a:t>
            </a:r>
            <a:r>
              <a:rPr lang="ko-KR" altLang="en-US" sz="2000" dirty="0" smtClean="0"/>
              <a:t>지정한 글꼴을 찾지 못했을 경우를 대비해서 사용할 글꼴을 순서대로 지정해 주는 것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최대한 많은 브라우저와 운영체제에서 글자가 깨지지 않고 나올 수 있도록 하기 위함</a:t>
            </a:r>
            <a:r>
              <a:rPr lang="en-US" altLang="ko-KR" sz="2000" dirty="0" smtClean="0"/>
              <a:t>.</a:t>
            </a:r>
            <a:endParaRPr lang="en-US" altLang="ko-KR" dirty="0" smtClean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589" y="1310353"/>
            <a:ext cx="6767499" cy="1656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273" y="4035057"/>
            <a:ext cx="512445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4883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폰트와</a:t>
            </a:r>
            <a:r>
              <a:rPr lang="en-US" altLang="ko-KR" dirty="0" smtClean="0"/>
              <a:t> </a:t>
            </a:r>
            <a:r>
              <a:rPr lang="ko-KR" altLang="en-US" dirty="0" smtClean="0"/>
              <a:t>관련된 속성</a:t>
            </a:r>
            <a:endParaRPr lang="en-US" altLang="ko-KR" dirty="0" smtClean="0"/>
          </a:p>
          <a:p>
            <a:endParaRPr lang="en-US" altLang="ko-KR" dirty="0" smtClean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64" y="1272999"/>
            <a:ext cx="8815093" cy="4671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3525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폰트와</a:t>
            </a:r>
            <a:r>
              <a:rPr lang="en-US" altLang="ko-KR" dirty="0" smtClean="0"/>
              <a:t> </a:t>
            </a:r>
            <a:r>
              <a:rPr lang="ko-KR" altLang="en-US" dirty="0" smtClean="0"/>
              <a:t>관련된 속성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font-size : </a:t>
            </a:r>
            <a:r>
              <a:rPr lang="en-US" altLang="ko-KR" dirty="0" err="1" smtClean="0"/>
              <a:t>px</a:t>
            </a:r>
            <a:r>
              <a:rPr lang="en-US" altLang="ko-KR" dirty="0" smtClean="0"/>
              <a:t>(pixel), </a:t>
            </a:r>
            <a:r>
              <a:rPr lang="en-US" altLang="ko-KR" dirty="0" err="1" smtClean="0"/>
              <a:t>em</a:t>
            </a:r>
            <a:r>
              <a:rPr lang="en-US" altLang="ko-KR" dirty="0" smtClean="0"/>
              <a:t>, rem, </a:t>
            </a:r>
            <a:r>
              <a:rPr lang="en-US" altLang="ko-KR" dirty="0" err="1" smtClean="0"/>
              <a:t>vw</a:t>
            </a:r>
            <a:r>
              <a:rPr lang="en-US" altLang="ko-KR" dirty="0" smtClean="0"/>
              <a:t>(viewport width)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브라우저의 기본 글꼴 크기 </a:t>
            </a:r>
            <a:r>
              <a:rPr lang="en-US" altLang="ko-KR" dirty="0" smtClean="0"/>
              <a:t>1em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16px</a:t>
            </a:r>
            <a:r>
              <a:rPr lang="ko-KR" altLang="en-US" dirty="0" smtClean="0"/>
              <a:t>과 동일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endParaRPr lang="en-US" altLang="ko-KR" dirty="0" smtClean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232" y="2947102"/>
            <a:ext cx="7509751" cy="3124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233" y="2272708"/>
            <a:ext cx="4027745" cy="555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1764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폰트와</a:t>
            </a:r>
            <a:r>
              <a:rPr lang="en-US" altLang="ko-KR" dirty="0" smtClean="0"/>
              <a:t> </a:t>
            </a:r>
            <a:r>
              <a:rPr lang="ko-KR" altLang="en-US" dirty="0" smtClean="0"/>
              <a:t>관련된 속성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font-weight : </a:t>
            </a:r>
            <a:r>
              <a:rPr lang="ko-KR" altLang="en-US" dirty="0" smtClean="0"/>
              <a:t>글꼴의 두께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endParaRPr lang="en-US" altLang="ko-KR" dirty="0" smtClean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616" y="1801001"/>
            <a:ext cx="4105682" cy="2394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549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폰트와</a:t>
            </a:r>
            <a:r>
              <a:rPr lang="en-US" altLang="ko-KR" dirty="0" smtClean="0"/>
              <a:t> </a:t>
            </a:r>
            <a:r>
              <a:rPr lang="ko-KR" altLang="en-US" dirty="0" smtClean="0"/>
              <a:t>관련된 속성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endParaRPr lang="en-US" altLang="ko-KR" dirty="0" smtClean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05" y="1348545"/>
            <a:ext cx="5668704" cy="389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016" y="1348546"/>
            <a:ext cx="4862272" cy="2840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3927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기타 많이 사용하는 속성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endParaRPr lang="en-US" altLang="ko-KR" dirty="0" smtClean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589" y="1235260"/>
            <a:ext cx="6202362" cy="515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5363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기타 많이 사용하는 속성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background-color : transparent – </a:t>
            </a:r>
            <a:r>
              <a:rPr lang="ko-KR" altLang="en-US" dirty="0" smtClean="0"/>
              <a:t>배경색을 투명하게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- border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endParaRPr lang="en-US" altLang="ko-KR" dirty="0" smtClean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463" y="2352895"/>
            <a:ext cx="7026204" cy="1219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462" y="3997178"/>
            <a:ext cx="4773095" cy="2343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0017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styled-components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styled-components </a:t>
            </a:r>
            <a:r>
              <a:rPr lang="ko-KR" altLang="en-US" dirty="0" smtClean="0"/>
              <a:t>설치하기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endParaRPr lang="en-US" altLang="ko-KR" dirty="0" smtClean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707" y="1831348"/>
            <a:ext cx="5502318" cy="677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575" y="671843"/>
            <a:ext cx="4210345" cy="5673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4644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styled-components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styled-components </a:t>
            </a:r>
            <a:r>
              <a:rPr lang="ko-KR" altLang="en-US" dirty="0" smtClean="0"/>
              <a:t>기본 사용법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태그드</a:t>
            </a:r>
            <a:r>
              <a:rPr lang="ko-KR" altLang="en-US" dirty="0" smtClean="0"/>
              <a:t> 템플릿 </a:t>
            </a:r>
            <a:r>
              <a:rPr lang="ko-KR" altLang="en-US" dirty="0" err="1" smtClean="0"/>
              <a:t>리터럴을</a:t>
            </a:r>
            <a:r>
              <a:rPr lang="ko-KR" altLang="en-US" dirty="0" smtClean="0"/>
              <a:t> 사용하여 구성 요소의 스타일을 지정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템플릿 </a:t>
            </a:r>
            <a:r>
              <a:rPr lang="ko-KR" altLang="en-US" dirty="0" err="1" smtClean="0"/>
              <a:t>리터럴은</a:t>
            </a:r>
            <a:r>
              <a:rPr lang="ko-KR" altLang="en-US" dirty="0" smtClean="0"/>
              <a:t> 자바스크립트에서 제공하는 문법 중 하나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리터럴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소스코드의 고정된 값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상수와는 다른 개념</a:t>
            </a:r>
            <a:r>
              <a:rPr lang="en-US" altLang="ko-KR" dirty="0" smtClean="0"/>
              <a:t>. </a:t>
            </a:r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endParaRPr lang="en-US" altLang="ko-KR" dirty="0" smtClean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656" y="3333307"/>
            <a:ext cx="3185078" cy="2994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53982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styled-components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styled-components </a:t>
            </a:r>
            <a:r>
              <a:rPr lang="ko-KR" altLang="en-US" dirty="0" smtClean="0"/>
              <a:t>기본 사용법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템플릿 </a:t>
            </a:r>
            <a:r>
              <a:rPr lang="ko-KR" altLang="en-US" dirty="0" err="1" smtClean="0"/>
              <a:t>리터럴</a:t>
            </a:r>
            <a:r>
              <a:rPr lang="en-US" altLang="ko-KR" dirty="0"/>
              <a:t>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backticks</a:t>
            </a:r>
            <a:r>
              <a:rPr lang="en-US" altLang="ko-KR" dirty="0" smtClean="0"/>
              <a:t>(`)</a:t>
            </a:r>
            <a:r>
              <a:rPr lang="ko-KR" altLang="en-US" dirty="0" smtClean="0"/>
              <a:t>를 사용하여 문자열을 작성하고 그 안에 대체 가능한 </a:t>
            </a:r>
            <a:r>
              <a:rPr lang="en-US" altLang="ko-KR" dirty="0" smtClean="0"/>
              <a:t>expression</a:t>
            </a:r>
            <a:r>
              <a:rPr lang="ko-KR" altLang="en-US" dirty="0" smtClean="0"/>
              <a:t>을 넣는 방법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endParaRPr lang="en-US" altLang="ko-KR" dirty="0" smtClean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047" y="2592905"/>
            <a:ext cx="7626162" cy="3627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815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styled-components</a:t>
            </a:r>
            <a:r>
              <a:rPr lang="ko-KR" altLang="en-US" dirty="0" smtClean="0"/>
              <a:t>의</a:t>
            </a:r>
            <a:r>
              <a:rPr lang="en-US" altLang="ko-KR" dirty="0" smtClean="0"/>
              <a:t> props </a:t>
            </a:r>
            <a:r>
              <a:rPr lang="ko-KR" altLang="en-US" dirty="0" smtClean="0"/>
              <a:t>사용하기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조건이나</a:t>
            </a:r>
            <a:r>
              <a:rPr lang="en-US" altLang="ko-KR" dirty="0" smtClean="0"/>
              <a:t> </a:t>
            </a:r>
            <a:r>
              <a:rPr lang="ko-KR" altLang="en-US" dirty="0" smtClean="0"/>
              <a:t>동적으로 변하는 값을 사용해서 </a:t>
            </a:r>
            <a:r>
              <a:rPr lang="ko-KR" altLang="en-US" dirty="0" err="1" smtClean="0"/>
              <a:t>스타일링할</a:t>
            </a:r>
            <a:r>
              <a:rPr lang="ko-KR" altLang="en-US" dirty="0" smtClean="0"/>
              <a:t> 때 </a:t>
            </a:r>
            <a:r>
              <a:rPr lang="en-US" altLang="ko-KR" dirty="0" smtClean="0"/>
              <a:t>props</a:t>
            </a:r>
            <a:r>
              <a:rPr lang="ko-KR" altLang="en-US" dirty="0" smtClean="0"/>
              <a:t>를 이용함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endParaRPr lang="en-US" altLang="ko-KR" dirty="0" smtClean="0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751" y="2159516"/>
            <a:ext cx="5943267" cy="4304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3164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styled-components</a:t>
            </a:r>
            <a:r>
              <a:rPr lang="ko-KR" altLang="en-US" dirty="0" smtClean="0"/>
              <a:t>의</a:t>
            </a:r>
            <a:r>
              <a:rPr lang="en-US" altLang="ko-KR" dirty="0" smtClean="0"/>
              <a:t> </a:t>
            </a:r>
            <a:r>
              <a:rPr lang="ko-KR" altLang="en-US" dirty="0" smtClean="0"/>
              <a:t>스타일 확장하기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생성된 컴포넌트를 기반으로 추가적인 스타일을 적용하고 싶을 경우 스타일 확장 기능 사용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endParaRPr lang="en-US" altLang="ko-KR" dirty="0" smtClean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834" y="2096498"/>
            <a:ext cx="4620585" cy="4410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3306727" y="3923414"/>
            <a:ext cx="1339702" cy="2232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753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1781</TotalTime>
  <Words>458</Words>
  <Application>Microsoft Office PowerPoint</Application>
  <PresentationFormat>사용자 지정</PresentationFormat>
  <Paragraphs>101</Paragraphs>
  <Slides>25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6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원호</dc:creator>
  <cp:lastModifiedBy>admin</cp:lastModifiedBy>
  <cp:revision>95</cp:revision>
  <dcterms:created xsi:type="dcterms:W3CDTF">2021-11-22T00:19:55Z</dcterms:created>
  <dcterms:modified xsi:type="dcterms:W3CDTF">2023-10-13T04:48:08Z</dcterms:modified>
</cp:coreProperties>
</file>