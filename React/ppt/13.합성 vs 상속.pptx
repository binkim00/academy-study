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합성에 대해 알아보기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여러 개의 컴포넌트를 합쳐서 새로운 컴포넌트를 만드는 것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775" y="1755373"/>
            <a:ext cx="5368780" cy="47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합성에 대해 알아보기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Containment : </a:t>
            </a:r>
            <a:r>
              <a:rPr lang="ko-KR" altLang="en-US" dirty="0" smtClean="0"/>
              <a:t>하위 컴포넌트를 포함하는 형태의 합성 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children</a:t>
            </a:r>
            <a:r>
              <a:rPr lang="ko-KR" altLang="en-US" dirty="0" smtClean="0"/>
              <a:t>이라는 </a:t>
            </a:r>
            <a:r>
              <a:rPr lang="en-US" altLang="ko-KR" dirty="0" smtClean="0"/>
              <a:t>prop</a:t>
            </a:r>
            <a:r>
              <a:rPr lang="ko-KR" altLang="en-US" dirty="0" smtClean="0"/>
              <a:t>을 사용해서 조합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285" y="2349130"/>
            <a:ext cx="6430962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283" y="4234971"/>
            <a:ext cx="3667943" cy="1963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838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합성에 대해 알아보기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Containment : </a:t>
            </a:r>
            <a:r>
              <a:rPr lang="ko-KR" altLang="en-US" dirty="0" smtClean="0"/>
              <a:t>하위 컴포넌트를 포함하는 형태의 합성 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Containment </a:t>
            </a:r>
            <a:r>
              <a:rPr lang="ko-KR" altLang="en-US" dirty="0" smtClean="0"/>
              <a:t>사용 예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76" y="2242141"/>
            <a:ext cx="6914413" cy="348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3083442" y="3094075"/>
            <a:ext cx="4774018" cy="1743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87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합성에 대해 알아보기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Containment : </a:t>
            </a:r>
            <a:r>
              <a:rPr lang="ko-KR" altLang="en-US" dirty="0" smtClean="0"/>
              <a:t>하위 컴포넌트를 포함하는 형태의 합성 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여러 개의 </a:t>
            </a:r>
            <a:r>
              <a:rPr lang="en-US" altLang="ko-KR" dirty="0" smtClean="0"/>
              <a:t>children </a:t>
            </a:r>
            <a:r>
              <a:rPr lang="ko-KR" altLang="en-US" dirty="0" smtClean="0"/>
              <a:t>집합이 필요한 경우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별도의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를 정의해서 사용하면 됨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2594344"/>
            <a:ext cx="4686300" cy="4072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395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합성에 대해 알아보기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Specialization : </a:t>
            </a:r>
            <a:r>
              <a:rPr lang="ko-KR" altLang="en-US" dirty="0" smtClean="0"/>
              <a:t>범용적인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개념을 구별이 되게 구체화하는 것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ko-KR" altLang="en-US" dirty="0" smtClean="0"/>
              <a:t>범용적으로 쓸 수 있는 컴포넌트를 만들어 놓고 이를 특수화시켜서 컴포넌트를 사용하는 합성 방식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리액트에서는</a:t>
            </a:r>
            <a:r>
              <a:rPr lang="ko-KR" altLang="en-US" dirty="0" smtClean="0"/>
              <a:t> 합성을 사용하여 </a:t>
            </a:r>
            <a:r>
              <a:rPr lang="en-US" altLang="ko-KR" dirty="0" smtClean="0"/>
              <a:t>Specialization</a:t>
            </a:r>
            <a:r>
              <a:rPr lang="ko-KR" altLang="en-US" dirty="0" smtClean="0"/>
              <a:t>을 구현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393" y="3242930"/>
            <a:ext cx="4949677" cy="3466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562450" y="3884429"/>
            <a:ext cx="1244010" cy="209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562450" y="4366439"/>
            <a:ext cx="1244010" cy="209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17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합성에 대해 알아보기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Containment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Specialization</a:t>
            </a:r>
            <a:r>
              <a:rPr lang="ko-KR" altLang="en-US" dirty="0" smtClean="0"/>
              <a:t>을 같이 사용하기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56" y="1890712"/>
            <a:ext cx="4267200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028" y="1890712"/>
            <a:ext cx="5907088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2264550" y="3846218"/>
            <a:ext cx="1541905" cy="2591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871992" y="4257797"/>
            <a:ext cx="2952492" cy="4673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871992" y="4733613"/>
            <a:ext cx="4217766" cy="837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설명선 1(테두리 및 강조선) 3"/>
          <p:cNvSpPr/>
          <p:nvPr/>
        </p:nvSpPr>
        <p:spPr>
          <a:xfrm>
            <a:off x="10292315" y="3533552"/>
            <a:ext cx="1707463" cy="528860"/>
          </a:xfrm>
          <a:prstGeom prst="accentBorderCallout1">
            <a:avLst>
              <a:gd name="adj1" fmla="val 18750"/>
              <a:gd name="adj2" fmla="val -8333"/>
              <a:gd name="adj3" fmla="val 138636"/>
              <a:gd name="adj4" fmla="val -4115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396454" y="3626107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Sepcialization</a:t>
            </a:r>
            <a:endParaRPr lang="ko-KR" altLang="en-US" dirty="0"/>
          </a:p>
        </p:txBody>
      </p:sp>
      <p:sp>
        <p:nvSpPr>
          <p:cNvPr id="16" name="설명선 1(테두리 및 강조선) 15"/>
          <p:cNvSpPr/>
          <p:nvPr/>
        </p:nvSpPr>
        <p:spPr>
          <a:xfrm>
            <a:off x="10396454" y="5876259"/>
            <a:ext cx="1707463" cy="528860"/>
          </a:xfrm>
          <a:prstGeom prst="accentBorderCallout1">
            <a:avLst>
              <a:gd name="adj1" fmla="val 18750"/>
              <a:gd name="adj2" fmla="val -8333"/>
              <a:gd name="adj3" fmla="val -54369"/>
              <a:gd name="adj4" fmla="val -5174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0500593" y="596881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Containment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672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상속</a:t>
            </a:r>
            <a:r>
              <a:rPr lang="ko-KR" altLang="en-US" dirty="0" smtClean="0"/>
              <a:t>에 대해 알아보기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Inheritance : </a:t>
            </a:r>
            <a:r>
              <a:rPr lang="ko-KR" altLang="en-US" dirty="0" smtClean="0"/>
              <a:t>부모 클래스를 상속받아서 새로운 자식 클래스를 만든다는 개념</a:t>
            </a:r>
            <a:r>
              <a:rPr lang="en-US" altLang="ko-KR" dirty="0" smtClean="0"/>
              <a:t>(</a:t>
            </a:r>
            <a:r>
              <a:rPr lang="ko-KR" altLang="en-US" dirty="0" smtClean="0"/>
              <a:t>객체지향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리액트를</a:t>
            </a:r>
            <a:r>
              <a:rPr lang="ko-KR" altLang="en-US" dirty="0" smtClean="0"/>
              <a:t> 개발한 </a:t>
            </a:r>
            <a:r>
              <a:rPr lang="en-US" altLang="ko-KR" dirty="0" err="1" smtClean="0"/>
              <a:t>facebook</a:t>
            </a:r>
            <a:r>
              <a:rPr lang="ko-KR" altLang="en-US" dirty="0" smtClean="0"/>
              <a:t>에서는 추천할 만한 상속 기반의 컴포넌트 생성 방법을 찾지 못했다고 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-&gt; </a:t>
            </a:r>
            <a:r>
              <a:rPr lang="ko-KR" altLang="en-US" dirty="0" smtClean="0"/>
              <a:t>결론은 복잡한 컴포넌트를 쪼개 여러 개의 컴포넌트로 만들고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만든 컴포넌트들을 조합하여 새로운 컴포넌트를 만들자</a:t>
            </a:r>
            <a:r>
              <a:rPr lang="en-US" altLang="ko-KR" dirty="0" smtClean="0"/>
              <a:t>!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554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182</Words>
  <Application>Microsoft Office PowerPoint</Application>
  <PresentationFormat>사용자 지정</PresentationFormat>
  <Paragraphs>29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53</cp:revision>
  <dcterms:created xsi:type="dcterms:W3CDTF">2021-11-22T00:19:55Z</dcterms:created>
  <dcterms:modified xsi:type="dcterms:W3CDTF">2023-10-10T00:11:22Z</dcterms:modified>
</cp:coreProperties>
</file>