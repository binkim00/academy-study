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32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폼</a:t>
            </a:r>
            <a:r>
              <a:rPr lang="en-US" altLang="ko-KR" dirty="0" smtClean="0"/>
              <a:t>(form)</a:t>
            </a:r>
            <a:r>
              <a:rPr lang="ko-KR" altLang="en-US" dirty="0" smtClean="0"/>
              <a:t>이란</a:t>
            </a:r>
            <a:r>
              <a:rPr lang="en-US" altLang="ko-KR" dirty="0" smtClean="0"/>
              <a:t>?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사용자로부터 입력을 받기 위해 사용하는 것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22" y="1908100"/>
            <a:ext cx="5667375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329" y="2108236"/>
            <a:ext cx="5605421" cy="2283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제어 컴포넌트</a:t>
            </a:r>
            <a:r>
              <a:rPr lang="en-US" altLang="ko-KR" dirty="0" smtClean="0"/>
              <a:t>(Controlled Components)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sz="2400" dirty="0" smtClean="0"/>
              <a:t>값이 </a:t>
            </a:r>
            <a:r>
              <a:rPr lang="ko-KR" altLang="en-US" sz="2400" dirty="0" err="1" smtClean="0"/>
              <a:t>리액트의</a:t>
            </a:r>
            <a:r>
              <a:rPr lang="ko-KR" altLang="en-US" sz="2400" dirty="0" smtClean="0"/>
              <a:t> 통제를 받는 입력 폼 </a:t>
            </a:r>
            <a:r>
              <a:rPr lang="ko-KR" altLang="en-US" sz="2400" dirty="0" err="1" smtClean="0"/>
              <a:t>엘리먼트</a:t>
            </a:r>
            <a:r>
              <a:rPr lang="en-US" altLang="ko-KR" sz="2400" dirty="0" smtClean="0"/>
              <a:t>(input form element)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881963"/>
            <a:ext cx="11241088" cy="4699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905445" y="6071190"/>
            <a:ext cx="2069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/>
              <a:t>클래스 컴포넌트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6979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제어 컴포넌트</a:t>
            </a:r>
            <a:r>
              <a:rPr lang="en-US" altLang="ko-KR" dirty="0" smtClean="0"/>
              <a:t>(Controlled Components)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err="1" smtClean="0"/>
              <a:t>리액트의</a:t>
            </a:r>
            <a:r>
              <a:rPr lang="ko-KR" altLang="en-US" dirty="0" smtClean="0"/>
              <a:t> 제어 컴포넌트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사용자의 입력을 직접적으로 제어할 수 있음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508" y="2205261"/>
            <a:ext cx="7192962" cy="461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361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제어 컴포넌트</a:t>
            </a:r>
            <a:r>
              <a:rPr lang="en-US" altLang="ko-KR" dirty="0" smtClean="0"/>
              <a:t>(Controlled Components)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모든 </a:t>
            </a:r>
            <a:r>
              <a:rPr lang="ko-KR" altLang="en-US" dirty="0" err="1" smtClean="0"/>
              <a:t>입력값을</a:t>
            </a:r>
            <a:r>
              <a:rPr lang="ko-KR" altLang="en-US" dirty="0" smtClean="0"/>
              <a:t> 대문자로 변경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41" y="1887940"/>
            <a:ext cx="8598956" cy="135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046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Textarea</a:t>
            </a:r>
            <a:r>
              <a:rPr lang="en-US" altLang="ko-KR" dirty="0" smtClean="0"/>
              <a:t> </a:t>
            </a:r>
            <a:r>
              <a:rPr lang="ko-KR" altLang="en-US" dirty="0" smtClean="0"/>
              <a:t>태그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여러 줄에 걸쳐 긴 텍스트를 </a:t>
            </a:r>
            <a:r>
              <a:rPr lang="ko-KR" altLang="en-US" dirty="0" err="1" smtClean="0"/>
              <a:t>입력받기</a:t>
            </a:r>
            <a:r>
              <a:rPr lang="ko-KR" altLang="en-US" dirty="0" smtClean="0"/>
              <a:t> 위한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태그</a:t>
            </a:r>
            <a:endParaRPr lang="ko-KR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63" y="1713390"/>
            <a:ext cx="4964260" cy="706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728" y="1808309"/>
            <a:ext cx="6383338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305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select </a:t>
            </a:r>
            <a:r>
              <a:rPr lang="ko-KR" altLang="en-US" dirty="0" smtClean="0"/>
              <a:t>태그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드롭다운</a:t>
            </a:r>
            <a:r>
              <a:rPr lang="ko-KR" altLang="en-US" dirty="0" smtClean="0"/>
              <a:t> 목록을 보여주기 위한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태그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다중 선택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44" y="1844195"/>
            <a:ext cx="4352925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364" y="1711845"/>
            <a:ext cx="5973762" cy="5099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44" y="3928456"/>
            <a:ext cx="46863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846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&lt;input type=“text”&gt;</a:t>
            </a:r>
            <a:r>
              <a:rPr lang="ko-KR" altLang="en-US" dirty="0" smtClean="0"/>
              <a:t>태그</a:t>
            </a:r>
            <a:r>
              <a:rPr lang="en-US" altLang="ko-KR" dirty="0" smtClean="0"/>
              <a:t>, &lt;</a:t>
            </a:r>
            <a:r>
              <a:rPr lang="en-US" altLang="ko-KR" dirty="0" err="1" smtClean="0"/>
              <a:t>textarea</a:t>
            </a:r>
            <a:r>
              <a:rPr lang="en-US" altLang="ko-KR" dirty="0" smtClean="0"/>
              <a:t>&gt;</a:t>
            </a:r>
            <a:r>
              <a:rPr lang="ko-KR" altLang="en-US" dirty="0" smtClean="0"/>
              <a:t>태그</a:t>
            </a:r>
            <a:r>
              <a:rPr lang="en-US" altLang="ko-KR" dirty="0" smtClean="0"/>
              <a:t>, &lt;select&gt;</a:t>
            </a:r>
            <a:r>
              <a:rPr lang="ko-KR" altLang="en-US" dirty="0" smtClean="0"/>
              <a:t>태그를 제어 컴포넌트로 만드는 방식은 모두 비슷함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모두 </a:t>
            </a:r>
            <a:r>
              <a:rPr lang="en-US" altLang="ko-KR" dirty="0" smtClean="0"/>
              <a:t>value</a:t>
            </a:r>
            <a:r>
              <a:rPr lang="ko-KR" altLang="en-US" dirty="0" smtClean="0"/>
              <a:t>라는 </a:t>
            </a:r>
            <a:r>
              <a:rPr lang="en-US" altLang="ko-KR" dirty="0" smtClean="0"/>
              <a:t>attribute</a:t>
            </a:r>
            <a:r>
              <a:rPr lang="ko-KR" altLang="en-US" dirty="0" smtClean="0"/>
              <a:t>를 통해서 값을 전달하고 값을 변경할 때는 </a:t>
            </a:r>
            <a:r>
              <a:rPr lang="en-US" altLang="ko-KR" dirty="0" err="1" smtClean="0"/>
              <a:t>onChange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setValue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함수를 사용하여 값을 업데이트함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6949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File input </a:t>
            </a:r>
            <a:r>
              <a:rPr lang="ko-KR" altLang="en-US" dirty="0" smtClean="0"/>
              <a:t>태그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사용자가 하나 또는 여러 개의 파일을 선택할 수 있게 해주는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태그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보통은 서버로 파일을 </a:t>
            </a:r>
            <a:r>
              <a:rPr lang="ko-KR" altLang="en-US" dirty="0" err="1" smtClean="0"/>
              <a:t>업로드하거나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자바스크립트의 </a:t>
            </a:r>
            <a:r>
              <a:rPr lang="en-US" altLang="ko-KR" dirty="0" smtClean="0"/>
              <a:t>File API</a:t>
            </a:r>
            <a:r>
              <a:rPr lang="ko-KR" altLang="en-US" dirty="0" smtClean="0"/>
              <a:t>를 사용해서 파일을 다룰 때 사용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File input </a:t>
            </a:r>
            <a:r>
              <a:rPr lang="ko-KR" altLang="en-US" dirty="0" smtClean="0"/>
              <a:t>태그는 읽기 전용</a:t>
            </a:r>
            <a:r>
              <a:rPr lang="en-US" altLang="ko-KR" dirty="0" smtClean="0"/>
              <a:t>(Read-only)</a:t>
            </a:r>
            <a:r>
              <a:rPr lang="ko-KR" altLang="en-US" dirty="0" smtClean="0"/>
              <a:t>이기 때문에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err="1" smtClean="0"/>
              <a:t>리액트에서는</a:t>
            </a:r>
            <a:r>
              <a:rPr lang="ko-KR" altLang="en-US" dirty="0" smtClean="0"/>
              <a:t> 값이 </a:t>
            </a:r>
            <a:r>
              <a:rPr lang="ko-KR" altLang="en-US" dirty="0" err="1" smtClean="0"/>
              <a:t>리액트의</a:t>
            </a:r>
            <a:r>
              <a:rPr lang="ko-KR" altLang="en-US" dirty="0" smtClean="0"/>
              <a:t> 통제를 받지 않는 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err="1" smtClean="0"/>
              <a:t>비제어</a:t>
            </a:r>
            <a:r>
              <a:rPr lang="ko-KR" altLang="en-US" dirty="0" smtClean="0"/>
              <a:t> 컴포넌트</a:t>
            </a:r>
            <a:r>
              <a:rPr lang="en-US" altLang="ko-KR" dirty="0" smtClean="0"/>
              <a:t>(uncontrolled component)</a:t>
            </a:r>
            <a:r>
              <a:rPr lang="ko-KR" altLang="en-US" dirty="0" smtClean="0"/>
              <a:t>가 됨</a:t>
            </a: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55" y="4481623"/>
            <a:ext cx="8385154" cy="105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7051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549"/>
            <a:ext cx="10515600" cy="5932414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여러 개의 입력</a:t>
            </a:r>
            <a:r>
              <a:rPr lang="en-US" altLang="ko-KR" dirty="0" smtClean="0"/>
              <a:t>(Multiple Inputs)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여러 개의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를 선언하여 각각의 </a:t>
            </a:r>
            <a:r>
              <a:rPr lang="en-US" altLang="ko-KR" dirty="0" smtClean="0"/>
              <a:t>set </a:t>
            </a:r>
            <a:r>
              <a:rPr lang="ko-KR" altLang="en-US" dirty="0" smtClean="0"/>
              <a:t>함수를 구현해서 사용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420" y="1222411"/>
            <a:ext cx="7198241" cy="556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7273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sz="3600" dirty="0" smtClean="0"/>
              <a:t>Input Null Value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- </a:t>
            </a:r>
            <a:r>
              <a:rPr lang="en-US" altLang="ko-KR" sz="3100" dirty="0" smtClean="0"/>
              <a:t>value prop</a:t>
            </a:r>
            <a:r>
              <a:rPr lang="ko-KR" altLang="en-US" sz="3100" dirty="0" smtClean="0"/>
              <a:t>은 넣되 자유롭게 입력할 수 있게 만들고 싶다면 값에 </a:t>
            </a:r>
            <a:r>
              <a:rPr lang="en-US" altLang="ko-KR" sz="3100" dirty="0" smtClean="0"/>
              <a:t>undefined </a:t>
            </a:r>
            <a:r>
              <a:rPr lang="ko-KR" altLang="en-US" sz="3100" dirty="0" smtClean="0"/>
              <a:t>또는 </a:t>
            </a:r>
            <a:r>
              <a:rPr lang="en-US" altLang="ko-KR" sz="3100" dirty="0" smtClean="0"/>
              <a:t>null</a:t>
            </a:r>
            <a:r>
              <a:rPr lang="ko-KR" altLang="en-US" sz="3100" dirty="0" smtClean="0"/>
              <a:t>을 넣어 주면 됨</a:t>
            </a:r>
            <a:r>
              <a:rPr lang="en-US" altLang="ko-KR" sz="3100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endParaRPr lang="en-US" altLang="ko-KR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 smtClean="0"/>
              <a:t>   - </a:t>
            </a:r>
            <a:r>
              <a:rPr lang="ko-KR" altLang="en-US" sz="2900" dirty="0" smtClean="0"/>
              <a:t>처음에는 </a:t>
            </a:r>
            <a:r>
              <a:rPr lang="en-US" altLang="ko-KR" sz="2900" dirty="0" smtClean="0"/>
              <a:t>input</a:t>
            </a:r>
            <a:r>
              <a:rPr lang="ko-KR" altLang="en-US" sz="2900" dirty="0" smtClean="0"/>
              <a:t>의 값이 </a:t>
            </a:r>
            <a:r>
              <a:rPr lang="en-US" altLang="ko-KR" sz="2900" dirty="0" smtClean="0"/>
              <a:t>hi</a:t>
            </a:r>
            <a:r>
              <a:rPr lang="ko-KR" altLang="en-US" sz="2900" dirty="0" smtClean="0"/>
              <a:t>로 정해져 있어서 입력 불가 상태였다가 </a:t>
            </a:r>
            <a:r>
              <a:rPr lang="en-US" altLang="ko-KR" sz="2900" dirty="0" smtClean="0"/>
              <a:t>timer</a:t>
            </a:r>
            <a:r>
              <a:rPr lang="ko-KR" altLang="en-US" sz="2900" dirty="0" smtClean="0"/>
              <a:t>에 의해 </a:t>
            </a:r>
            <a:r>
              <a:rPr lang="en-US" altLang="ko-KR" sz="2900" dirty="0" smtClean="0"/>
              <a:t>1</a:t>
            </a:r>
            <a:r>
              <a:rPr lang="ko-KR" altLang="en-US" sz="2900" dirty="0" smtClean="0"/>
              <a:t>초 뒤에 </a:t>
            </a:r>
            <a:r>
              <a:rPr lang="en-US" altLang="ko-KR" sz="2900" dirty="0" smtClean="0"/>
              <a:t>value</a:t>
            </a:r>
            <a:r>
              <a:rPr lang="ko-KR" altLang="en-US" sz="2900" dirty="0" smtClean="0"/>
              <a:t>가 </a:t>
            </a:r>
            <a:r>
              <a:rPr lang="en-US" altLang="ko-KR" sz="2900" dirty="0" smtClean="0"/>
              <a:t>null</a:t>
            </a:r>
            <a:r>
              <a:rPr lang="ko-KR" altLang="en-US" sz="2900" dirty="0" smtClean="0"/>
              <a:t>인 </a:t>
            </a:r>
            <a:r>
              <a:rPr lang="en-US" altLang="ko-KR" sz="2900" dirty="0" smtClean="0"/>
              <a:t>&lt;input&gt;</a:t>
            </a:r>
            <a:r>
              <a:rPr lang="ko-KR" altLang="en-US" sz="2900" dirty="0" smtClean="0"/>
              <a:t>태그가 </a:t>
            </a:r>
            <a:r>
              <a:rPr lang="ko-KR" altLang="en-US" sz="2900" dirty="0" err="1" smtClean="0"/>
              <a:t>렌더링되면서</a:t>
            </a:r>
            <a:r>
              <a:rPr lang="ko-KR" altLang="en-US" sz="2900" dirty="0" smtClean="0"/>
              <a:t> 입력 가능한 상태로 바뀜</a:t>
            </a:r>
            <a:r>
              <a:rPr lang="en-US" altLang="ko-KR" sz="2900" dirty="0" smtClean="0"/>
              <a:t>.</a:t>
            </a:r>
            <a:endParaRPr lang="en-US" altLang="ko-KR" sz="2900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535" y="2408728"/>
            <a:ext cx="8426929" cy="1758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0389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282</Words>
  <Application>Microsoft Office PowerPoint</Application>
  <PresentationFormat>사용자 지정</PresentationFormat>
  <Paragraphs>53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43</cp:revision>
  <dcterms:created xsi:type="dcterms:W3CDTF">2021-11-22T00:19:55Z</dcterms:created>
  <dcterms:modified xsi:type="dcterms:W3CDTF">2023-09-25T02:44:56Z</dcterms:modified>
</cp:coreProperties>
</file>