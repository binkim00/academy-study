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컨텍스트란</a:t>
            </a:r>
            <a:r>
              <a:rPr lang="ko-KR" altLang="en-US" dirty="0" smtClean="0"/>
              <a:t> 무엇인가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기존의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를</a:t>
            </a:r>
            <a:r>
              <a:rPr lang="en-US" altLang="ko-KR" dirty="0"/>
              <a:t> </a:t>
            </a:r>
            <a:r>
              <a:rPr lang="ko-KR" altLang="en-US" dirty="0" smtClean="0"/>
              <a:t>통해 데이터를 전달하는 방식 대신</a:t>
            </a:r>
            <a:r>
              <a:rPr lang="en-US" altLang="ko-KR" dirty="0" smtClean="0"/>
              <a:t>,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컴포넌트 </a:t>
            </a:r>
            <a:r>
              <a:rPr lang="ko-KR" altLang="en-US" dirty="0" err="1" smtClean="0"/>
              <a:t>트리를</a:t>
            </a:r>
            <a:r>
              <a:rPr lang="ko-KR" altLang="en-US" dirty="0" smtClean="0"/>
              <a:t> 통해 곧바로 데이터를 전달하는 방식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어떤 컴포넌트든지 </a:t>
            </a:r>
            <a:r>
              <a:rPr lang="ko-KR" altLang="en-US" dirty="0" err="1" smtClean="0"/>
              <a:t>컨텍스트에</a:t>
            </a:r>
            <a:r>
              <a:rPr lang="ko-KR" altLang="en-US" dirty="0" smtClean="0"/>
              <a:t> 있는 데이터에 쉽게 접근 가능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732" y="2935063"/>
            <a:ext cx="3846734" cy="3403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498" y="2935063"/>
            <a:ext cx="5286412" cy="332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언제 </a:t>
            </a:r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사용해야 할까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여러 개의 컴포넌트들이 접근해야 하는 데이터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sz="2400" dirty="0" smtClean="0"/>
              <a:t>사용자의 로그인 여부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로그인 정보</a:t>
            </a:r>
            <a:r>
              <a:rPr lang="en-US" altLang="ko-KR" sz="2400" dirty="0" smtClean="0"/>
              <a:t>, UI </a:t>
            </a:r>
            <a:r>
              <a:rPr lang="ko-KR" altLang="en-US" sz="2400" dirty="0" smtClean="0"/>
              <a:t>테마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현재 선택된 언어 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로 데이터를 전달하는 예제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302489" y="2731695"/>
            <a:ext cx="8993188" cy="3733800"/>
            <a:chOff x="1302489" y="2731695"/>
            <a:chExt cx="8993188" cy="3733800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489" y="2731695"/>
              <a:ext cx="8993188" cy="3733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3593623" y="2931831"/>
              <a:ext cx="1127236" cy="25917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157241" y="4679114"/>
              <a:ext cx="1722564" cy="25917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522790" y="5979830"/>
              <a:ext cx="1722564" cy="25917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838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언제 </a:t>
            </a:r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사용해야 할까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사용하여 동일한 기능을 구현한 것</a:t>
            </a:r>
            <a:endParaRPr lang="ko-KR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237" y="1872432"/>
            <a:ext cx="8926512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2254104" y="2296631"/>
            <a:ext cx="3848986" cy="2684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402958" y="3817083"/>
            <a:ext cx="3268535" cy="723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74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언제 </a:t>
            </a:r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사용해야 할까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사용하여 동일한 기능을 구현한 것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69" y="1781828"/>
            <a:ext cx="7669212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39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사용하기 전에 고려할 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props</a:t>
            </a:r>
            <a:r>
              <a:rPr lang="ko-KR" altLang="en-US" dirty="0" smtClean="0"/>
              <a:t>를 통해 데이터를 전달하는 예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1262653" y="1903228"/>
            <a:ext cx="5937841" cy="3248025"/>
            <a:chOff x="922411" y="1507277"/>
            <a:chExt cx="5937841" cy="324802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2411" y="1507277"/>
              <a:ext cx="5353050" cy="324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왼쪽으로 구부러진 화살표 4"/>
            <p:cNvSpPr/>
            <p:nvPr/>
          </p:nvSpPr>
          <p:spPr>
            <a:xfrm>
              <a:off x="6241318" y="1998921"/>
              <a:ext cx="584791" cy="744279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왼쪽으로 구부러진 화살표 6"/>
            <p:cNvSpPr/>
            <p:nvPr/>
          </p:nvSpPr>
          <p:spPr>
            <a:xfrm>
              <a:off x="6275461" y="2743200"/>
              <a:ext cx="584791" cy="712381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왼쪽으로 구부러진 화살표 7"/>
            <p:cNvSpPr/>
            <p:nvPr/>
          </p:nvSpPr>
          <p:spPr>
            <a:xfrm>
              <a:off x="6241317" y="3455581"/>
              <a:ext cx="584791" cy="935667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2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사용하기 전에 고려할 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변수 형태로 저장하는 방식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-&gt; </a:t>
            </a:r>
            <a:r>
              <a:rPr lang="ko-KR" altLang="en-US" dirty="0" smtClean="0"/>
              <a:t>데이터가 많아질수록 상위 컴포넌트는 점점 복잡해지고</a:t>
            </a:r>
            <a:r>
              <a:rPr lang="en-US" altLang="ko-KR" dirty="0" smtClean="0"/>
              <a:t>,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하위 컴포넌트는 너무 유연해지게 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551051" y="2829147"/>
            <a:ext cx="6042523" cy="3908779"/>
            <a:chOff x="1312455" y="1831458"/>
            <a:chExt cx="6421438" cy="440010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2455" y="1831458"/>
              <a:ext cx="6421438" cy="434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2147777" y="2477380"/>
              <a:ext cx="4848446" cy="11695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831266" y="4245930"/>
              <a:ext cx="1772092" cy="2622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842440" y="5323362"/>
              <a:ext cx="1772092" cy="2622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97620" y="5969289"/>
              <a:ext cx="1772092" cy="2622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86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사용하기 전에 고려할 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변수 형태로 저장하는 방식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-&gt; </a:t>
            </a:r>
            <a:r>
              <a:rPr lang="ko-KR" altLang="en-US" dirty="0" smtClean="0"/>
              <a:t>데이터가 많아질수록 상위 컴포넌트는 점점 복잡해지고</a:t>
            </a:r>
            <a:r>
              <a:rPr lang="en-US" altLang="ko-KR" dirty="0" smtClean="0"/>
              <a:t>,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하위 컴포넌트는 너무 유연해지게 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551051" y="2829147"/>
            <a:ext cx="6042523" cy="3908779"/>
            <a:chOff x="1312455" y="1831458"/>
            <a:chExt cx="6421438" cy="440010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2455" y="1831458"/>
              <a:ext cx="6421438" cy="434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2147777" y="2477380"/>
              <a:ext cx="4848446" cy="11695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831266" y="4245930"/>
              <a:ext cx="1772092" cy="2622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842440" y="5323362"/>
              <a:ext cx="1772092" cy="2622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97620" y="5969289"/>
              <a:ext cx="1772092" cy="2622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06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컨텍스트를</a:t>
            </a:r>
            <a:r>
              <a:rPr lang="ko-KR" altLang="en-US" dirty="0" smtClean="0"/>
              <a:t> 사용하기 전에 고려할 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하위 컴포넌트를 여러 개의 변수로 나눠서 전달하는 예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203" y="1871330"/>
            <a:ext cx="6040438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530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React.createContext</a:t>
            </a:r>
            <a:r>
              <a:rPr lang="en-US" altLang="ko-KR" dirty="0" smtClean="0"/>
              <a:t> :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생성 함수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현재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값을 가장 가까이에 있는 상위 레벨의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로부터 받아옴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sz="2400" dirty="0" smtClean="0"/>
              <a:t>만약 상위 레벨에 매칭되는 </a:t>
            </a:r>
            <a:r>
              <a:rPr lang="en-US" altLang="ko-KR" sz="2400" dirty="0" smtClean="0"/>
              <a:t>Provider</a:t>
            </a:r>
            <a:r>
              <a:rPr lang="ko-KR" altLang="en-US" sz="2400" dirty="0" smtClean="0"/>
              <a:t>가 없다면 기본값이 사용됨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기본값으로 </a:t>
            </a:r>
            <a:r>
              <a:rPr lang="en-US" altLang="ko-KR" dirty="0" smtClean="0"/>
              <a:t>undefined</a:t>
            </a:r>
            <a:r>
              <a:rPr lang="ko-KR" altLang="en-US" dirty="0" smtClean="0"/>
              <a:t>를 넣으면 기본값이 사용되지 않음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60" y="1787604"/>
            <a:ext cx="7356063" cy="435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0626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Context.Provider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하위 컴포넌트들이 해당 데이터를 받을 수 있도록 설정해주는 함수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Provider : </a:t>
            </a:r>
            <a:r>
              <a:rPr lang="ko-KR" altLang="en-US" dirty="0" smtClean="0"/>
              <a:t>데이터를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제공해주는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Context.Provider</a:t>
            </a:r>
            <a:r>
              <a:rPr lang="ko-KR" altLang="en-US" dirty="0"/>
              <a:t> </a:t>
            </a:r>
            <a:r>
              <a:rPr lang="ko-KR" altLang="en-US" dirty="0" smtClean="0"/>
              <a:t>컴포넌트로 하위 컴포넌트들을 감싸주면 모든 하위 컴포넌트들이 해당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데이터에 접근 가능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consumer </a:t>
            </a:r>
            <a:r>
              <a:rPr lang="ko-KR" altLang="en-US" dirty="0" smtClean="0"/>
              <a:t>컴포넌트 </a:t>
            </a:r>
            <a:r>
              <a:rPr lang="en-US" altLang="ko-KR" dirty="0" smtClean="0"/>
              <a:t>: Provider </a:t>
            </a:r>
            <a:r>
              <a:rPr lang="ko-KR" altLang="en-US" dirty="0" smtClean="0"/>
              <a:t>컴포넌트에서 전달된 값을 사용하는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consumer </a:t>
            </a:r>
            <a:r>
              <a:rPr lang="ko-KR" altLang="en-US" dirty="0" smtClean="0"/>
              <a:t>컴포넌트는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값이 변경되면 </a:t>
            </a:r>
            <a:r>
              <a:rPr lang="ko-KR" altLang="en-US" dirty="0" err="1" smtClean="0"/>
              <a:t>재렌더링됨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en-US" altLang="ko-K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23" y="3522586"/>
            <a:ext cx="8053458" cy="42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411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Provider </a:t>
            </a:r>
            <a:r>
              <a:rPr lang="ko-KR" altLang="en-US" dirty="0" smtClean="0"/>
              <a:t>컴포넌트가 </a:t>
            </a:r>
            <a:r>
              <a:rPr lang="ko-KR" altLang="en-US" dirty="0" err="1" smtClean="0"/>
              <a:t>재렌더링될</a:t>
            </a:r>
            <a:r>
              <a:rPr lang="ko-KR" altLang="en-US" dirty="0" smtClean="0"/>
              <a:t> 때마다 모든 하위 </a:t>
            </a:r>
            <a:r>
              <a:rPr lang="en-US" altLang="ko-KR" dirty="0" smtClean="0"/>
              <a:t>consumer </a:t>
            </a:r>
            <a:r>
              <a:rPr lang="ko-KR" altLang="en-US" dirty="0" smtClean="0"/>
              <a:t>컴포넌트가 </a:t>
            </a:r>
            <a:r>
              <a:rPr lang="ko-KR" altLang="en-US" dirty="0" err="1" smtClean="0"/>
              <a:t>재렌더링</a:t>
            </a:r>
            <a:r>
              <a:rPr lang="ko-KR" altLang="en-US" dirty="0" smtClean="0"/>
              <a:t> 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sz="2400" dirty="0" smtClean="0"/>
              <a:t>이를 방지하기 위해서 </a:t>
            </a:r>
            <a:r>
              <a:rPr lang="en-US" altLang="ko-KR" sz="2400" dirty="0" smtClean="0"/>
              <a:t>state</a:t>
            </a:r>
            <a:r>
              <a:rPr lang="ko-KR" altLang="en-US" sz="2400" dirty="0" smtClean="0"/>
              <a:t>를 사용하여 불필요한 </a:t>
            </a:r>
            <a:r>
              <a:rPr lang="ko-KR" altLang="en-US" sz="2400" dirty="0" err="1" smtClean="0"/>
              <a:t>재렌더링을</a:t>
            </a:r>
            <a:r>
              <a:rPr lang="ko-KR" altLang="en-US" sz="2400" dirty="0" smtClean="0"/>
              <a:t> 막음</a:t>
            </a:r>
            <a:r>
              <a:rPr lang="en-US" altLang="ko-KR" sz="2400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sz="2400" dirty="0" smtClean="0"/>
              <a:t>state</a:t>
            </a:r>
            <a:r>
              <a:rPr lang="ko-KR" altLang="en-US" sz="2400" dirty="0" smtClean="0"/>
              <a:t>를 선언하고 </a:t>
            </a:r>
            <a:r>
              <a:rPr lang="en-US" altLang="ko-KR" sz="2400" dirty="0" smtClean="0"/>
              <a:t>Provider</a:t>
            </a:r>
            <a:r>
              <a:rPr lang="ko-KR" altLang="en-US" sz="2400" dirty="0" smtClean="0"/>
              <a:t>에 값을 넣어줌</a:t>
            </a:r>
            <a:endParaRPr lang="en-US" altLang="ko-KR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677" y="2111555"/>
            <a:ext cx="6297612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220941" y="2542301"/>
            <a:ext cx="3355347" cy="2591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230" y="4612205"/>
            <a:ext cx="6450012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479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Class.contextType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클래스 컴포넌트에서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데이터에 접근하기 위해 사용하는 것</a:t>
            </a:r>
            <a:r>
              <a:rPr lang="en-US" altLang="ko-KR" dirty="0" smtClean="0"/>
              <a:t>. </a:t>
            </a:r>
            <a:r>
              <a:rPr lang="ko-KR" altLang="en-US" dirty="0" smtClean="0"/>
              <a:t>참고만</a:t>
            </a:r>
            <a:r>
              <a:rPr lang="en-US" altLang="ko-KR" dirty="0" smtClean="0"/>
              <a:t>…</a:t>
            </a:r>
            <a:endParaRPr lang="en-US" altLang="ko-KR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935" y="2240924"/>
            <a:ext cx="5964238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701025" y="6144170"/>
            <a:ext cx="3355347" cy="2591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44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Context.Consumer</a:t>
            </a:r>
            <a:r>
              <a:rPr lang="en-US" altLang="ko-KR" dirty="0" smtClean="0"/>
              <a:t> :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데이터를 구독하는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클래스 컴포넌트에서는 </a:t>
            </a:r>
            <a:r>
              <a:rPr lang="en-US" altLang="ko-KR" dirty="0" err="1" smtClean="0"/>
              <a:t>Class.contextType</a:t>
            </a:r>
            <a:r>
              <a:rPr lang="ko-KR" altLang="en-US" dirty="0" smtClean="0"/>
              <a:t>을 사용하면 되고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함수 컴포넌트에서는 </a:t>
            </a:r>
            <a:r>
              <a:rPr lang="en-US" altLang="ko-KR" dirty="0" err="1" smtClean="0"/>
              <a:t>Context.Consumer</a:t>
            </a:r>
            <a:r>
              <a:rPr lang="ko-KR" altLang="en-US" dirty="0" smtClean="0"/>
              <a:t>를 사용하여 </a:t>
            </a:r>
            <a:r>
              <a:rPr lang="ko-KR" altLang="en-US" dirty="0" err="1" smtClean="0"/>
              <a:t>컨텍스트를</a:t>
            </a:r>
            <a:r>
              <a:rPr lang="ko-KR" altLang="en-US" dirty="0" smtClean="0"/>
              <a:t> 구독함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Context.Consumer</a:t>
            </a:r>
            <a:r>
              <a:rPr lang="ko-KR" altLang="en-US" dirty="0" smtClean="0"/>
              <a:t>로 감싸주면 자식으로 들어간 함수가 현재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를 받아서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노드로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리턴함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이때 함수로 전달되는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value prop</a:t>
            </a:r>
            <a:r>
              <a:rPr lang="ko-KR" altLang="en-US" dirty="0" smtClean="0"/>
              <a:t>과 동일</a:t>
            </a:r>
            <a:r>
              <a:rPr lang="en-US" altLang="ko-KR" dirty="0" smtClean="0"/>
              <a:t>.</a:t>
            </a:r>
            <a:r>
              <a:rPr lang="en-US" altLang="ko-KR" dirty="0" smtClean="0"/>
              <a:t>   </a:t>
            </a:r>
            <a:endParaRPr lang="en-US" altLang="ko-K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287" y="3256221"/>
            <a:ext cx="7765450" cy="92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21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Context.Consumer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function as a child : </a:t>
            </a:r>
            <a:r>
              <a:rPr lang="ko-KR" altLang="en-US" sz="2400" dirty="0" smtClean="0"/>
              <a:t>컴포넌트의 자식으로 함수를 사용하는 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smtClean="0"/>
              <a:t>function as a child</a:t>
            </a:r>
            <a:r>
              <a:rPr lang="ko-KR" altLang="en-US" dirty="0" smtClean="0"/>
              <a:t>를 사용하는 방법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77" y="2780414"/>
            <a:ext cx="7634288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821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Context.displayName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크롬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개발자 도구에서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Consumer</a:t>
            </a:r>
            <a:r>
              <a:rPr lang="ko-KR" altLang="en-US" dirty="0" smtClean="0"/>
              <a:t>를 표시할 때 </a:t>
            </a:r>
            <a:r>
              <a:rPr lang="en-US" altLang="ko-KR" dirty="0" err="1" smtClean="0"/>
              <a:t>displayName</a:t>
            </a:r>
            <a:r>
              <a:rPr lang="ko-KR" altLang="en-US" dirty="0" smtClean="0"/>
              <a:t>을 함께 표시해 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61" y="2820729"/>
            <a:ext cx="7379271" cy="2421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41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여러 개의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사용하기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29" y="1449114"/>
            <a:ext cx="5512960" cy="440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871" y="1449114"/>
            <a:ext cx="5104478" cy="4057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775992" y="1385316"/>
            <a:ext cx="4433961" cy="1538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821528" y="4142693"/>
            <a:ext cx="4094362" cy="1173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99583" y="3568535"/>
            <a:ext cx="4433961" cy="16201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77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609"/>
            <a:ext cx="10515600" cy="5847354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useContext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useContext</a:t>
            </a:r>
            <a:r>
              <a:rPr lang="en-US" altLang="ko-KR" dirty="0" smtClean="0"/>
              <a:t>() Hook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React.createContext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 호출로 생성된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객체를 인자로 받아서 현재 </a:t>
            </a:r>
            <a:r>
              <a:rPr lang="ko-KR" altLang="en-US" dirty="0" err="1" smtClean="0"/>
              <a:t>컨텍스트의</a:t>
            </a:r>
            <a:r>
              <a:rPr lang="ko-KR" altLang="en-US" dirty="0" smtClean="0"/>
              <a:t> 값을 </a:t>
            </a:r>
            <a:r>
              <a:rPr lang="ko-KR" altLang="en-US" dirty="0" err="1" smtClean="0"/>
              <a:t>리턴함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useContext</a:t>
            </a:r>
            <a:r>
              <a:rPr lang="en-US" altLang="ko-KR" dirty="0" smtClean="0"/>
              <a:t>() Hook</a:t>
            </a:r>
            <a:r>
              <a:rPr lang="ko-KR" altLang="en-US" dirty="0" smtClean="0"/>
              <a:t>을 사용한 예시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useContext</a:t>
            </a:r>
            <a:r>
              <a:rPr lang="en-US" altLang="ko-KR" dirty="0" smtClean="0"/>
              <a:t>() Hook</a:t>
            </a:r>
            <a:r>
              <a:rPr lang="ko-KR" altLang="en-US" dirty="0" smtClean="0"/>
              <a:t>을 사용하는 컴포넌트의 </a:t>
            </a:r>
            <a:r>
              <a:rPr lang="ko-KR" altLang="en-US" dirty="0" err="1" smtClean="0"/>
              <a:t>렌더링이</a:t>
            </a:r>
            <a:r>
              <a:rPr lang="ko-KR" altLang="en-US" dirty="0" smtClean="0"/>
              <a:t> 꽤 무거운 작업일 경우에는 별도로 최적화 작업 해줄 필요 있음</a:t>
            </a:r>
            <a:r>
              <a:rPr lang="en-US" altLang="ko-KR" dirty="0" smtClean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88" y="2260289"/>
            <a:ext cx="5034479" cy="1867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278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609"/>
            <a:ext cx="10515600" cy="5847354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useContext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useContext</a:t>
            </a:r>
            <a:r>
              <a:rPr lang="en-US" altLang="ko-KR" dirty="0" smtClean="0"/>
              <a:t>() Hook</a:t>
            </a:r>
            <a:r>
              <a:rPr lang="ko-KR" altLang="en-US" dirty="0" smtClean="0"/>
              <a:t>을 사용할 때에는 </a:t>
            </a:r>
            <a:r>
              <a:rPr lang="ko-KR" altLang="en-US" dirty="0" err="1" smtClean="0"/>
              <a:t>파라미터로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객체를 넣어줘야 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아래 코드처럼 </a:t>
            </a:r>
            <a:r>
              <a:rPr lang="en-US" altLang="ko-KR" dirty="0" smtClean="0"/>
              <a:t>Consumer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를 넣으면 안됨</a:t>
            </a:r>
            <a:r>
              <a:rPr lang="en-US" altLang="ko-KR" dirty="0" smtClean="0"/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322" y="2308373"/>
            <a:ext cx="6107247" cy="251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735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531</Words>
  <Application>Microsoft Office PowerPoint</Application>
  <PresentationFormat>사용자 지정</PresentationFormat>
  <Paragraphs>77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82</cp:revision>
  <dcterms:created xsi:type="dcterms:W3CDTF">2021-11-22T00:19:55Z</dcterms:created>
  <dcterms:modified xsi:type="dcterms:W3CDTF">2023-10-12T03:22:09Z</dcterms:modified>
</cp:coreProperties>
</file>