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8" r:id="rId3"/>
    <p:sldId id="279" r:id="rId4"/>
    <p:sldId id="283" r:id="rId5"/>
    <p:sldId id="281" r:id="rId6"/>
    <p:sldId id="284" r:id="rId7"/>
    <p:sldId id="286" r:id="rId8"/>
    <p:sldId id="287" r:id="rId9"/>
    <p:sldId id="288" r:id="rId10"/>
    <p:sldId id="285" r:id="rId11"/>
    <p:sldId id="289" r:id="rId12"/>
    <p:sldId id="290" r:id="rId13"/>
    <p:sldId id="292" r:id="rId14"/>
    <p:sldId id="291" r:id="rId15"/>
    <p:sldId id="293" r:id="rId16"/>
    <p:sldId id="294" r:id="rId17"/>
    <p:sldId id="295" r:id="rId18"/>
    <p:sldId id="296" r:id="rId19"/>
    <p:sldId id="297" r:id="rId20"/>
    <p:sldId id="298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32" y="-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019"/>
            <a:ext cx="10515600" cy="5974944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훅</a:t>
            </a:r>
            <a:r>
              <a:rPr lang="en-US" altLang="ko-KR" dirty="0" smtClean="0"/>
              <a:t>(Hook)</a:t>
            </a:r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sz="2400" dirty="0" smtClean="0"/>
              <a:t>클래스 컴포넌트에서는 </a:t>
            </a:r>
            <a:r>
              <a:rPr lang="ko-KR" altLang="en-US" sz="2400" dirty="0" err="1" smtClean="0"/>
              <a:t>생성자에서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state</a:t>
            </a:r>
            <a:r>
              <a:rPr lang="ko-KR" altLang="en-US" sz="2400" dirty="0" smtClean="0"/>
              <a:t>를 정의하고 </a:t>
            </a:r>
            <a:r>
              <a:rPr lang="en-US" altLang="ko-KR" sz="2400" dirty="0" err="1" smtClean="0"/>
              <a:t>setState</a:t>
            </a:r>
            <a:r>
              <a:rPr lang="en-US" altLang="ko-KR" sz="2400" dirty="0" smtClean="0"/>
              <a:t>() </a:t>
            </a:r>
            <a:r>
              <a:rPr lang="ko-KR" altLang="en-US" sz="2400" dirty="0" smtClean="0"/>
              <a:t>함수를 통해 </a:t>
            </a:r>
            <a:r>
              <a:rPr lang="en-US" altLang="ko-KR" sz="2400" dirty="0" smtClean="0"/>
              <a:t>state</a:t>
            </a:r>
            <a:r>
              <a:rPr lang="ko-KR" altLang="en-US" sz="2400" dirty="0" smtClean="0"/>
              <a:t>를 업데이트함</a:t>
            </a:r>
            <a:r>
              <a:rPr lang="en-US" altLang="ko-KR" sz="2400" dirty="0" smtClean="0"/>
              <a:t>. </a:t>
            </a:r>
            <a:r>
              <a:rPr lang="ko-KR" altLang="en-US" sz="2400" dirty="0" smtClean="0"/>
              <a:t>그래서 </a:t>
            </a:r>
            <a:r>
              <a:rPr lang="en-US" altLang="ko-KR" sz="2400" dirty="0" smtClean="0"/>
              <a:t>state </a:t>
            </a:r>
            <a:r>
              <a:rPr lang="ko-KR" altLang="en-US" sz="2400" dirty="0" smtClean="0"/>
              <a:t>관련 기능과 컴포넌트 생명주기 함수들까지 모두 명확하게 정의되어 있기 때문에 잘 가져다 쓰기만 하면 됨</a:t>
            </a:r>
            <a:r>
              <a:rPr lang="en-US" altLang="ko-KR" sz="2400" dirty="0" smtClean="0"/>
              <a:t>.</a:t>
            </a:r>
          </a:p>
          <a:p>
            <a:pPr marL="0" indent="0">
              <a:buNone/>
            </a:pPr>
            <a:r>
              <a:rPr lang="en-US" altLang="ko-KR" sz="2400" dirty="0"/>
              <a:t> </a:t>
            </a:r>
            <a:r>
              <a:rPr lang="en-US" altLang="ko-KR" sz="2400" dirty="0" smtClean="0"/>
              <a:t> - </a:t>
            </a:r>
            <a:r>
              <a:rPr lang="ko-KR" altLang="en-US" sz="2400" dirty="0" smtClean="0"/>
              <a:t>함수 컴포넌트는 별도로 </a:t>
            </a:r>
            <a:r>
              <a:rPr lang="en-US" altLang="ko-KR" sz="2400" dirty="0" smtClean="0"/>
              <a:t>state</a:t>
            </a:r>
            <a:r>
              <a:rPr lang="ko-KR" altLang="en-US" sz="2400" dirty="0" smtClean="0"/>
              <a:t>를 정의해서 사용하거나 생명주기에 맞춰 어떤 코드가 실행되도록 할 수 없음</a:t>
            </a:r>
            <a:endParaRPr lang="en-US" altLang="ko-KR" sz="2400" dirty="0" smtClean="0"/>
          </a:p>
          <a:p>
            <a:pPr marL="0" indent="0">
              <a:buNone/>
            </a:pPr>
            <a:r>
              <a:rPr lang="en-US" altLang="ko-KR" sz="2400" dirty="0"/>
              <a:t> </a:t>
            </a:r>
            <a:r>
              <a:rPr lang="en-US" altLang="ko-KR" sz="2400" dirty="0" smtClean="0"/>
              <a:t>   -&gt; </a:t>
            </a:r>
            <a:r>
              <a:rPr lang="ko-KR" altLang="en-US" sz="2400" dirty="0" smtClean="0"/>
              <a:t>훅을 사용하면 함수 컴포넌트도 클래스 컴포넌트의 기능을 모두 동일하게 구현할 수 있음</a:t>
            </a:r>
            <a:r>
              <a:rPr lang="en-US" altLang="ko-KR" sz="2400" dirty="0" smtClean="0"/>
              <a:t>.</a:t>
            </a:r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589" y="3381153"/>
            <a:ext cx="8985951" cy="3476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386"/>
            <a:ext cx="10515600" cy="5985577"/>
          </a:xfrm>
        </p:spPr>
        <p:txBody>
          <a:bodyPr>
            <a:normAutofit/>
          </a:bodyPr>
          <a:lstStyle/>
          <a:p>
            <a:r>
              <a:rPr lang="ko-KR" altLang="en-US" dirty="0"/>
              <a:t>훅</a:t>
            </a:r>
            <a:r>
              <a:rPr lang="en-US" altLang="ko-KR" dirty="0"/>
              <a:t>(Hook)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원래 존재하는 어떤 기능에 마치 갈고리를 거는 것처럼 끼어 들어가 같이 수행되는 것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리액트의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와 생명주기 기능에 갈고리를 걸어 원하는 시점에 정해진 함수를 실행되도록 만든 것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smtClean="0"/>
              <a:t>- </a:t>
            </a:r>
            <a:r>
              <a:rPr lang="ko-KR" altLang="en-US" dirty="0" smtClean="0"/>
              <a:t>훅의 이름은 모두 </a:t>
            </a:r>
            <a:r>
              <a:rPr lang="en-US" altLang="ko-KR" dirty="0" smtClean="0"/>
              <a:t>use</a:t>
            </a:r>
            <a:r>
              <a:rPr lang="ko-KR" altLang="en-US" dirty="0" smtClean="0"/>
              <a:t>로 시작</a:t>
            </a:r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036" y="2943256"/>
            <a:ext cx="5872605" cy="39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966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useState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state</a:t>
            </a:r>
            <a:r>
              <a:rPr lang="ko-KR" altLang="en-US" dirty="0" smtClean="0"/>
              <a:t>를 사용하기 위한 </a:t>
            </a:r>
            <a:r>
              <a:rPr lang="en-US" altLang="ko-KR" dirty="0" smtClean="0"/>
              <a:t>Hook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함수 컴포넌트에서는 기본적으로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라는 것을 제공하지 않게 때문에 </a:t>
            </a:r>
            <a:r>
              <a:rPr lang="en-US" altLang="ko-KR" dirty="0" err="1" smtClean="0"/>
              <a:t>useState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훅을 사용해야 함</a:t>
            </a:r>
            <a:r>
              <a:rPr lang="en-US" altLang="ko-KR" dirty="0"/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075" y="3237392"/>
            <a:ext cx="4448175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594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useState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sz="2400" dirty="0" smtClean="0"/>
              <a:t>Counter </a:t>
            </a:r>
            <a:r>
              <a:rPr lang="ko-KR" altLang="en-US" sz="2400" dirty="0" smtClean="0"/>
              <a:t>함수 컴포넌트에서 </a:t>
            </a:r>
            <a:r>
              <a:rPr lang="en-US" altLang="ko-KR" sz="2400" dirty="0" smtClean="0"/>
              <a:t>count</a:t>
            </a:r>
            <a:r>
              <a:rPr lang="ko-KR" altLang="en-US" sz="2400" dirty="0" smtClean="0"/>
              <a:t>를 함수의 변수로 선언해서 사용하게 되면 버튼 클릭 시 카운트 값을 증가시킬 수는 있지만</a:t>
            </a:r>
            <a:r>
              <a:rPr lang="en-US" altLang="ko-KR" sz="2400" dirty="0" smtClean="0"/>
              <a:t>, </a:t>
            </a:r>
            <a:r>
              <a:rPr lang="ko-KR" altLang="en-US" sz="2400" dirty="0" err="1" smtClean="0"/>
              <a:t>재렌더링이</a:t>
            </a:r>
            <a:r>
              <a:rPr lang="ko-KR" altLang="en-US" sz="2400" dirty="0" smtClean="0"/>
              <a:t> 일어나지 않아 새로운 </a:t>
            </a:r>
            <a:r>
              <a:rPr lang="en-US" altLang="ko-KR" sz="2400" dirty="0" smtClean="0"/>
              <a:t>count</a:t>
            </a:r>
            <a:r>
              <a:rPr lang="ko-KR" altLang="en-US" sz="2400" dirty="0" smtClean="0"/>
              <a:t>값이 화면에 표시되지 않으므로 </a:t>
            </a:r>
            <a:r>
              <a:rPr lang="en-US" altLang="ko-KR" sz="2400" dirty="0" smtClean="0"/>
              <a:t>state</a:t>
            </a:r>
            <a:r>
              <a:rPr lang="ko-KR" altLang="en-US" sz="2400" dirty="0" smtClean="0"/>
              <a:t>를 </a:t>
            </a:r>
            <a:r>
              <a:rPr lang="ko-KR" altLang="en-US" sz="2400" dirty="0" err="1" smtClean="0"/>
              <a:t>사용해야함</a:t>
            </a:r>
            <a:r>
              <a:rPr lang="en-US" altLang="ko-KR" sz="2400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const</a:t>
            </a:r>
            <a:r>
              <a:rPr lang="en-US" altLang="ko-KR" dirty="0" smtClean="0"/>
              <a:t> [</a:t>
            </a:r>
            <a:r>
              <a:rPr lang="ko-KR" altLang="en-US" dirty="0" err="1" smtClean="0"/>
              <a:t>변수명</a:t>
            </a:r>
            <a:r>
              <a:rPr lang="en-US" altLang="ko-KR" dirty="0" smtClean="0"/>
              <a:t>, set</a:t>
            </a:r>
            <a:r>
              <a:rPr lang="ko-KR" altLang="en-US" dirty="0" err="1" smtClean="0"/>
              <a:t>함수명</a:t>
            </a:r>
            <a:r>
              <a:rPr lang="en-US" altLang="ko-KR" dirty="0" smtClean="0"/>
              <a:t>] = </a:t>
            </a:r>
            <a:r>
              <a:rPr lang="en-US" altLang="ko-KR" dirty="0" err="1" smtClean="0">
                <a:solidFill>
                  <a:schemeClr val="accent1"/>
                </a:solidFill>
              </a:rPr>
              <a:t>useState</a:t>
            </a:r>
            <a:r>
              <a:rPr lang="en-US" altLang="ko-KR" dirty="0" smtClean="0"/>
              <a:t>(</a:t>
            </a:r>
            <a:r>
              <a:rPr lang="ko-KR" altLang="en-US" dirty="0" smtClean="0"/>
              <a:t>초기값</a:t>
            </a:r>
            <a:r>
              <a:rPr lang="en-US" altLang="ko-KR" dirty="0" smtClean="0"/>
              <a:t>);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45" y="3184228"/>
            <a:ext cx="4448175" cy="310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267" y="3184228"/>
            <a:ext cx="5505450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오른쪽 화살표 1"/>
          <p:cNvSpPr/>
          <p:nvPr/>
        </p:nvSpPr>
        <p:spPr>
          <a:xfrm>
            <a:off x="5209953" y="4263656"/>
            <a:ext cx="648587" cy="7230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8091379" y="3774559"/>
            <a:ext cx="808074" cy="3083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864767" y="4093536"/>
            <a:ext cx="4195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변수 각각에 대해 </a:t>
            </a:r>
            <a:r>
              <a:rPr lang="en-US" altLang="ko-KR" dirty="0" smtClean="0"/>
              <a:t>set</a:t>
            </a:r>
            <a:r>
              <a:rPr lang="ko-KR" altLang="en-US" dirty="0" smtClean="0"/>
              <a:t>함수가 따로 존재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834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useEffect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사이드 </a:t>
            </a:r>
            <a:r>
              <a:rPr lang="ko-KR" altLang="en-US" dirty="0" err="1" smtClean="0"/>
              <a:t>이펙트</a:t>
            </a:r>
            <a:r>
              <a:rPr lang="en-US" altLang="ko-KR" dirty="0" smtClean="0"/>
              <a:t>(side effect)</a:t>
            </a:r>
            <a:r>
              <a:rPr lang="ko-KR" altLang="en-US" dirty="0" smtClean="0"/>
              <a:t>를 수행하기 위한 </a:t>
            </a:r>
            <a:r>
              <a:rPr lang="en-US" altLang="ko-KR" dirty="0" smtClean="0"/>
              <a:t>Hook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sz="2400" dirty="0" err="1" smtClean="0"/>
              <a:t>리액트의</a:t>
            </a:r>
            <a:r>
              <a:rPr lang="ko-KR" altLang="en-US" sz="2400" dirty="0" smtClean="0"/>
              <a:t> 함수 컴포넌트에서 </a:t>
            </a:r>
            <a:r>
              <a:rPr lang="en-US" altLang="ko-KR" sz="2400" dirty="0" smtClean="0"/>
              <a:t>side effect</a:t>
            </a:r>
            <a:r>
              <a:rPr lang="ko-KR" altLang="en-US" sz="2400" dirty="0" smtClean="0"/>
              <a:t>를 실행할 수 있게 해주는 </a:t>
            </a:r>
            <a:r>
              <a:rPr lang="en-US" altLang="ko-KR" sz="2400" dirty="0" smtClean="0"/>
              <a:t>Hook</a:t>
            </a:r>
          </a:p>
          <a:p>
            <a:pPr marL="0" indent="0">
              <a:buNone/>
            </a:pPr>
            <a:r>
              <a:rPr lang="en-US" altLang="ko-KR" dirty="0" smtClean="0"/>
              <a:t>  - side effect 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사전적으로 부작용이라는 뜻을 가지고 있음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프로그래밍에서도 부정적인 의미로 사용되곤 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sz="2400" dirty="0" err="1" smtClean="0"/>
              <a:t>리액트에서는</a:t>
            </a:r>
            <a:r>
              <a:rPr lang="ko-KR" altLang="en-US" sz="2400" dirty="0" smtClean="0"/>
              <a:t> 부정적인 의미는 아니고 효과 혹은 영향을 뜻함</a:t>
            </a:r>
            <a:r>
              <a:rPr lang="en-US" altLang="ko-KR" sz="2400" dirty="0" smtClean="0"/>
              <a:t>.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작업들이 </a:t>
            </a:r>
            <a:r>
              <a:rPr lang="en-US" altLang="ko-KR" dirty="0" smtClean="0"/>
              <a:t>side</a:t>
            </a:r>
            <a:r>
              <a:rPr lang="ko-KR" altLang="en-US" dirty="0" smtClean="0"/>
              <a:t>에서 실행된다는 의미로 </a:t>
            </a:r>
            <a:r>
              <a:rPr lang="en-US" altLang="ko-KR" dirty="0" smtClean="0"/>
              <a:t>side effect</a:t>
            </a:r>
            <a:r>
              <a:rPr lang="ko-KR" altLang="en-US" dirty="0" smtClean="0"/>
              <a:t>라고 함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smtClean="0"/>
              <a:t>- </a:t>
            </a:r>
            <a:r>
              <a:rPr lang="ko-KR" altLang="en-US" dirty="0" smtClean="0"/>
              <a:t>클래스 컴포넌트의 생명주기 함수인 </a:t>
            </a:r>
            <a:r>
              <a:rPr lang="en-US" altLang="ko-KR" dirty="0" err="1" smtClean="0"/>
              <a:t>componentDidMount</a:t>
            </a:r>
            <a:r>
              <a:rPr lang="en-US" altLang="ko-KR" dirty="0" smtClean="0"/>
              <a:t>(), </a:t>
            </a:r>
            <a:r>
              <a:rPr lang="en-US" altLang="ko-KR" dirty="0" err="1" smtClean="0"/>
              <a:t>componentDidUpdate</a:t>
            </a:r>
            <a:r>
              <a:rPr lang="en-US" altLang="ko-KR" dirty="0" smtClean="0"/>
              <a:t>(), </a:t>
            </a:r>
            <a:r>
              <a:rPr lang="en-US" altLang="ko-KR" dirty="0" err="1" smtClean="0"/>
              <a:t>componentWillUnmount</a:t>
            </a:r>
            <a:r>
              <a:rPr lang="en-US" altLang="ko-KR" dirty="0" smtClean="0"/>
              <a:t>()</a:t>
            </a:r>
            <a:r>
              <a:rPr lang="ko-KR" altLang="en-US" dirty="0" smtClean="0"/>
              <a:t>와 동일한 기능을 하나로 통합해서 제공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74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386"/>
            <a:ext cx="10515600" cy="5985577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r>
              <a:rPr lang="en-US" altLang="ko-KR" dirty="0" err="1" smtClean="0"/>
              <a:t>useEffect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사용법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>
                <a:solidFill>
                  <a:schemeClr val="accent1"/>
                </a:solidFill>
              </a:rPr>
              <a:t>useEffect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이펙트</a:t>
            </a:r>
            <a:r>
              <a:rPr lang="ko-KR" altLang="en-US" dirty="0" smtClean="0"/>
              <a:t> 함수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의존성 배열</a:t>
            </a:r>
            <a:r>
              <a:rPr lang="en-US" altLang="ko-KR" dirty="0" smtClean="0"/>
              <a:t>);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의존성 배열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이펙트가</a:t>
            </a:r>
            <a:r>
              <a:rPr lang="ko-KR" altLang="en-US" dirty="0" smtClean="0"/>
              <a:t> 의존하고 있는 배열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배열 안에 있는 변수 중에 하나라도 값이 변경되었을 때 </a:t>
            </a:r>
            <a:r>
              <a:rPr lang="ko-KR" altLang="en-US" dirty="0" err="1" smtClean="0"/>
              <a:t>이펙트</a:t>
            </a:r>
            <a:r>
              <a:rPr lang="ko-KR" altLang="en-US" dirty="0" smtClean="0"/>
              <a:t> 함수가 실행됨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기본적으로 </a:t>
            </a:r>
            <a:r>
              <a:rPr lang="ko-KR" altLang="en-US" dirty="0" err="1" smtClean="0"/>
              <a:t>이펙트</a:t>
            </a:r>
            <a:r>
              <a:rPr lang="ko-KR" altLang="en-US" dirty="0" smtClean="0"/>
              <a:t> 함수는 처음 컴포넌트가 </a:t>
            </a:r>
            <a:r>
              <a:rPr lang="ko-KR" altLang="en-US" dirty="0" err="1" smtClean="0"/>
              <a:t>렌더링된</a:t>
            </a:r>
            <a:r>
              <a:rPr lang="ko-KR" altLang="en-US" dirty="0" smtClean="0"/>
              <a:t> 이후와 업데이트로 인한 </a:t>
            </a:r>
            <a:r>
              <a:rPr lang="ko-KR" altLang="en-US" dirty="0" err="1" smtClean="0"/>
              <a:t>재렌더링</a:t>
            </a:r>
            <a:r>
              <a:rPr lang="ko-KR" altLang="en-US" dirty="0" smtClean="0"/>
              <a:t> 이후에 실행됨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이펙트</a:t>
            </a:r>
            <a:r>
              <a:rPr lang="ko-KR" altLang="en-US" dirty="0" smtClean="0"/>
              <a:t> 함수가 </a:t>
            </a:r>
            <a:r>
              <a:rPr lang="en-US" altLang="ko-KR" dirty="0" smtClean="0"/>
              <a:t>mount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unmount</a:t>
            </a:r>
            <a:r>
              <a:rPr lang="ko-KR" altLang="en-US" dirty="0" smtClean="0"/>
              <a:t>시에 단 한 번씩만 실행되게 하고 싶으면 의존성 배열에 빈 배열</a:t>
            </a:r>
            <a:r>
              <a:rPr lang="en-US" altLang="ko-KR" dirty="0" smtClean="0"/>
              <a:t>([])</a:t>
            </a:r>
            <a:r>
              <a:rPr lang="ko-KR" altLang="en-US" dirty="0" smtClean="0"/>
              <a:t>을 넣으면 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en-US" altLang="ko-KR" dirty="0" err="1">
                <a:solidFill>
                  <a:schemeClr val="accent1"/>
                </a:solidFill>
              </a:rPr>
              <a:t>useEffect</a:t>
            </a:r>
            <a:r>
              <a:rPr lang="en-US" altLang="ko-KR" dirty="0"/>
              <a:t>(</a:t>
            </a:r>
            <a:r>
              <a:rPr lang="ko-KR" altLang="en-US" dirty="0" err="1"/>
              <a:t>이펙트</a:t>
            </a:r>
            <a:r>
              <a:rPr lang="ko-KR" altLang="en-US" dirty="0"/>
              <a:t> 함수</a:t>
            </a:r>
            <a:r>
              <a:rPr lang="en-US" altLang="ko-KR" dirty="0"/>
              <a:t>, </a:t>
            </a:r>
            <a:r>
              <a:rPr lang="en-US" altLang="ko-KR" dirty="0" smtClean="0"/>
              <a:t>[]);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sz="2400" dirty="0" smtClean="0"/>
              <a:t>의존성 배열을 생략하면 컴포넌트가 업데이트될 때마다 호출됨</a:t>
            </a:r>
            <a:r>
              <a:rPr lang="en-US" altLang="ko-KR" sz="2400" dirty="0" smtClean="0"/>
              <a:t>.</a:t>
            </a:r>
          </a:p>
          <a:p>
            <a:pPr marL="0" indent="0">
              <a:buNone/>
            </a:pPr>
            <a:r>
              <a:rPr lang="en-US" altLang="ko-KR" sz="2400" dirty="0" smtClean="0"/>
              <a:t>     </a:t>
            </a:r>
            <a:r>
              <a:rPr lang="en-US" altLang="ko-KR" sz="2400" dirty="0"/>
              <a:t>-&gt; </a:t>
            </a:r>
            <a:r>
              <a:rPr lang="en-US" altLang="ko-KR" sz="2400" dirty="0" err="1">
                <a:solidFill>
                  <a:schemeClr val="accent1"/>
                </a:solidFill>
              </a:rPr>
              <a:t>useEffect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이펙트</a:t>
            </a:r>
            <a:r>
              <a:rPr lang="ko-KR" altLang="en-US" sz="2400" dirty="0"/>
              <a:t> </a:t>
            </a:r>
            <a:r>
              <a:rPr lang="ko-KR" altLang="en-US" sz="2400" dirty="0" smtClean="0"/>
              <a:t>함수</a:t>
            </a:r>
            <a:r>
              <a:rPr lang="en-US" altLang="ko-KR" sz="2400" dirty="0" smtClean="0"/>
              <a:t>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406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51"/>
            <a:ext cx="10515600" cy="5964312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useEffect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의존성 </a:t>
            </a:r>
            <a:r>
              <a:rPr lang="ko-KR" altLang="en-US" dirty="0" err="1" smtClean="0"/>
              <a:t>배열없이</a:t>
            </a:r>
            <a:r>
              <a:rPr lang="ko-KR" altLang="en-US" dirty="0" smtClean="0"/>
              <a:t> </a:t>
            </a:r>
            <a:r>
              <a:rPr lang="ko-KR" altLang="en-US" dirty="0" smtClean="0"/>
              <a:t>사용하면 </a:t>
            </a:r>
            <a:r>
              <a:rPr lang="en-US" altLang="ko-KR" dirty="0" smtClean="0"/>
              <a:t>DOM</a:t>
            </a:r>
            <a:r>
              <a:rPr lang="ko-KR" altLang="en-US" dirty="0" smtClean="0"/>
              <a:t>이 변경된 이후에 해당 </a:t>
            </a:r>
            <a:r>
              <a:rPr lang="ko-KR" altLang="en-US" dirty="0" err="1" smtClean="0"/>
              <a:t>이펙트</a:t>
            </a:r>
            <a:r>
              <a:rPr lang="ko-KR" altLang="en-US" dirty="0" smtClean="0"/>
              <a:t> 함수를 실행하라는 의미로 받아들임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컴포넌트가 처음 </a:t>
            </a:r>
            <a:r>
              <a:rPr lang="ko-KR" altLang="en-US" dirty="0" err="1" smtClean="0"/>
              <a:t>렌더링될</a:t>
            </a:r>
            <a:r>
              <a:rPr lang="ko-KR" altLang="en-US" dirty="0" smtClean="0"/>
              <a:t> 때를 포함해서 매번 </a:t>
            </a:r>
            <a:r>
              <a:rPr lang="ko-KR" altLang="en-US" dirty="0" err="1" smtClean="0"/>
              <a:t>렌더링될</a:t>
            </a:r>
            <a:r>
              <a:rPr lang="ko-KR" altLang="en-US" dirty="0" smtClean="0"/>
              <a:t> 때마다 </a:t>
            </a:r>
            <a:r>
              <a:rPr lang="ko-KR" altLang="en-US" dirty="0" err="1" smtClean="0"/>
              <a:t>이펙트가</a:t>
            </a:r>
            <a:r>
              <a:rPr lang="ko-KR" altLang="en-US" dirty="0" smtClean="0"/>
              <a:t> 실행된다고 보면 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593" y="2604977"/>
            <a:ext cx="6630988" cy="3848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3390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51"/>
            <a:ext cx="10515600" cy="5964312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useEffect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</a:t>
            </a:r>
            <a:r>
              <a:rPr lang="ko-KR" altLang="en-US" dirty="0"/>
              <a:t> </a:t>
            </a:r>
            <a:r>
              <a:rPr lang="en-US" altLang="ko-KR" dirty="0" err="1" smtClean="0"/>
              <a:t>useEffect</a:t>
            </a:r>
            <a:r>
              <a:rPr lang="en-US" altLang="ko-KR" dirty="0" smtClean="0"/>
              <a:t>()</a:t>
            </a:r>
            <a:r>
              <a:rPr lang="ko-KR" altLang="en-US" dirty="0" smtClean="0"/>
              <a:t>에서 </a:t>
            </a:r>
            <a:r>
              <a:rPr lang="ko-KR" altLang="en-US" dirty="0" err="1" smtClean="0"/>
              <a:t>리턴하는</a:t>
            </a:r>
            <a:r>
              <a:rPr lang="ko-KR" altLang="en-US" dirty="0" smtClean="0"/>
              <a:t> 함수는 컴포넌트가 </a:t>
            </a:r>
            <a:r>
              <a:rPr lang="ko-KR" altLang="en-US" dirty="0" err="1" smtClean="0"/>
              <a:t>마운트</a:t>
            </a:r>
            <a:r>
              <a:rPr lang="ko-KR" altLang="en-US" dirty="0" smtClean="0"/>
              <a:t> 해제될 때 호출됨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490" y="1561879"/>
            <a:ext cx="7526338" cy="501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6523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51"/>
            <a:ext cx="10515600" cy="5964312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useEffect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</a:t>
            </a:r>
            <a:r>
              <a:rPr lang="ko-KR" altLang="en-US" dirty="0"/>
              <a:t> </a:t>
            </a:r>
            <a:r>
              <a:rPr lang="en-US" altLang="ko-KR" dirty="0" err="1" smtClean="0"/>
              <a:t>useEffect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훅은 하나의 컴포넌트에 여러 개를 사용할 수 있음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371" y="1608174"/>
            <a:ext cx="7573962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4873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useEffect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054" y="1348673"/>
            <a:ext cx="10179177" cy="3893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6723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 err="1" smtClean="0"/>
              <a:t>useMemo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en-US" altLang="ko-KR" dirty="0" err="1"/>
              <a:t>Memoized</a:t>
            </a:r>
            <a:r>
              <a:rPr lang="en-US" altLang="ko-KR" dirty="0"/>
              <a:t> value</a:t>
            </a:r>
            <a:r>
              <a:rPr lang="ko-KR" altLang="en-US" dirty="0"/>
              <a:t>를 </a:t>
            </a:r>
            <a:r>
              <a:rPr lang="ko-KR" altLang="en-US" dirty="0" err="1"/>
              <a:t>리턴하는</a:t>
            </a:r>
            <a:r>
              <a:rPr lang="ko-KR" altLang="en-US" dirty="0"/>
              <a:t> </a:t>
            </a:r>
            <a:r>
              <a:rPr lang="en-US" altLang="ko-KR" dirty="0"/>
              <a:t>Hook</a:t>
            </a:r>
            <a:endParaRPr lang="en-US" altLang="ko-KR" dirty="0" smtClean="0"/>
          </a:p>
          <a:p>
            <a:r>
              <a:rPr lang="en-US" altLang="ko-KR" dirty="0" err="1" smtClean="0"/>
              <a:t>Memoized</a:t>
            </a:r>
            <a:r>
              <a:rPr lang="en-US" altLang="ko-KR" dirty="0" smtClean="0"/>
              <a:t> value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/>
              <a:t>Memoization</a:t>
            </a:r>
            <a:r>
              <a:rPr lang="ko-KR" altLang="en-US" dirty="0"/>
              <a:t>이 된 결과값</a:t>
            </a:r>
            <a:endParaRPr lang="en-US" altLang="ko-KR" dirty="0" smtClean="0"/>
          </a:p>
          <a:p>
            <a:r>
              <a:rPr lang="en-US" altLang="ko-KR" dirty="0" err="1" smtClean="0"/>
              <a:t>Memoization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최적화를 위해서 사용하는 개념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메모를 해두었다가 나중에 다시 사용함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비용이 높은 즉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연산량이</a:t>
            </a:r>
            <a:r>
              <a:rPr lang="ko-KR" altLang="en-US" dirty="0" smtClean="0"/>
              <a:t> 많이 드는 함수의 호출 결과를 저장해 두었다가 같은 </a:t>
            </a:r>
            <a:r>
              <a:rPr lang="ko-KR" altLang="en-US" dirty="0" err="1" smtClean="0"/>
              <a:t>입력값으로</a:t>
            </a:r>
            <a:r>
              <a:rPr lang="ko-KR" altLang="en-US" dirty="0" smtClean="0"/>
              <a:t> 함수를 호출하면 새로 함수를 호출하지 않고 이전에 저장했던 호출결과를 바로 반환하는 것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결과적으로 함수 호출 결과를 받기까지 걸리는 시간이 짧아지고 불필요한 중복 연산도 하지 않아 컴퓨터의 자원을 적게 쓰게 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5842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useMemo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의존성 배열에 들어있는 변수가 변했을 경우에만 새로 </a:t>
            </a:r>
            <a:r>
              <a:rPr lang="en-US" altLang="ko-KR" dirty="0" smtClean="0"/>
              <a:t>create </a:t>
            </a:r>
            <a:r>
              <a:rPr lang="ko-KR" altLang="en-US" dirty="0" smtClean="0"/>
              <a:t>함수를 호출하여 결과값을 반환하며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그렇지 않은 경우에는 기존 함수의 결과값을 그대로 반환함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useMemo</a:t>
            </a:r>
            <a:r>
              <a:rPr lang="en-US" altLang="ko-KR" dirty="0" smtClean="0"/>
              <a:t>()</a:t>
            </a:r>
            <a:r>
              <a:rPr lang="ko-KR" altLang="en-US" dirty="0" smtClean="0"/>
              <a:t>로 전달된 함수는 </a:t>
            </a:r>
            <a:r>
              <a:rPr lang="ko-KR" altLang="en-US" dirty="0" err="1" smtClean="0"/>
              <a:t>렌더링이</a:t>
            </a:r>
            <a:r>
              <a:rPr lang="ko-KR" altLang="en-US" dirty="0" smtClean="0"/>
              <a:t> 일어나는 동안 실행됨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 smtClean="0"/>
              <a:t>  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873" y="3026734"/>
            <a:ext cx="5735638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873" y="5424930"/>
            <a:ext cx="3438525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2304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useMemo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의존성 배열을 넣지 않을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매 </a:t>
            </a:r>
            <a:r>
              <a:rPr lang="ko-KR" altLang="en-US" dirty="0" err="1" smtClean="0"/>
              <a:t>렌더링마다</a:t>
            </a:r>
            <a:r>
              <a:rPr lang="ko-KR" altLang="en-US" dirty="0" smtClean="0"/>
              <a:t> 함수가 실행됨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sz="2400" dirty="0" smtClean="0"/>
              <a:t>의존성 배열이 빈 배열일 경우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컴포넌트 </a:t>
            </a:r>
            <a:r>
              <a:rPr lang="ko-KR" altLang="en-US" sz="2400" dirty="0" err="1" smtClean="0"/>
              <a:t>마운트</a:t>
            </a:r>
            <a:r>
              <a:rPr lang="ko-KR" altLang="en-US" sz="2400" dirty="0" smtClean="0"/>
              <a:t> 시에만 호출됨</a:t>
            </a:r>
            <a:r>
              <a:rPr lang="en-US" altLang="ko-KR" sz="2400" dirty="0" smtClean="0"/>
              <a:t>.</a:t>
            </a:r>
            <a:endParaRPr lang="ko-KR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952" y="1767330"/>
            <a:ext cx="5000625" cy="1122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162" y="3867705"/>
            <a:ext cx="4788823" cy="205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1010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6447"/>
            <a:ext cx="10515600" cy="6368902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useCallback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useMemo</a:t>
            </a:r>
            <a:r>
              <a:rPr lang="en-US" altLang="ko-KR" dirty="0" smtClean="0"/>
              <a:t>() Hook</a:t>
            </a:r>
            <a:r>
              <a:rPr lang="ko-KR" altLang="en-US" dirty="0" smtClean="0"/>
              <a:t>과 유사하지만 값이 아닌 함수를 반환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</a:p>
          <a:p>
            <a:pPr marL="0" indent="0">
              <a:buNone/>
            </a:pPr>
            <a:r>
              <a:rPr lang="en-US" altLang="ko-KR" dirty="0" smtClean="0"/>
              <a:t>  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의존성 배열에 따라 </a:t>
            </a:r>
            <a:r>
              <a:rPr lang="en-US" altLang="ko-KR" dirty="0" err="1" smtClean="0"/>
              <a:t>Memoized</a:t>
            </a:r>
            <a:r>
              <a:rPr lang="en-US" altLang="ko-KR" dirty="0" smtClean="0"/>
              <a:t> </a:t>
            </a:r>
            <a:r>
              <a:rPr lang="ko-KR" altLang="en-US" dirty="0" smtClean="0"/>
              <a:t>값을 반환한다는 점에서는 </a:t>
            </a:r>
            <a:r>
              <a:rPr lang="en-US" altLang="ko-KR" dirty="0" err="1" smtClean="0"/>
              <a:t>useMemo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훅과 완전히 동일함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419" y="1247665"/>
            <a:ext cx="6403273" cy="2080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419" y="4788971"/>
            <a:ext cx="4804995" cy="1841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4018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err="1" smtClean="0"/>
              <a:t>useRef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레퍼런스</a:t>
            </a:r>
            <a:r>
              <a:rPr lang="en-US" altLang="ko-KR" dirty="0" smtClean="0"/>
              <a:t>(Reference)</a:t>
            </a:r>
            <a:r>
              <a:rPr lang="ko-KR" altLang="en-US" dirty="0" smtClean="0"/>
              <a:t>를 사용하기 위한 훅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레퍼런스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특정 컴포넌트에 접근할 수 있는 객체를 의미함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useRef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훅은 </a:t>
            </a:r>
            <a:r>
              <a:rPr lang="ko-KR" altLang="en-US" dirty="0" err="1" smtClean="0"/>
              <a:t>레퍼런스</a:t>
            </a:r>
            <a:r>
              <a:rPr lang="ko-KR" altLang="en-US" dirty="0" smtClean="0"/>
              <a:t> 객체</a:t>
            </a:r>
            <a:r>
              <a:rPr lang="en-US" altLang="ko-KR" dirty="0" smtClean="0"/>
              <a:t>(ref object)</a:t>
            </a:r>
            <a:r>
              <a:rPr lang="ko-KR" altLang="en-US" dirty="0" smtClean="0"/>
              <a:t>를 반환함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.current</a:t>
            </a:r>
            <a:r>
              <a:rPr lang="ko-KR" altLang="en-US" dirty="0" smtClean="0"/>
              <a:t>라는 속성은 현재 </a:t>
            </a:r>
            <a:r>
              <a:rPr lang="ko-KR" altLang="en-US" dirty="0" err="1" smtClean="0"/>
              <a:t>레퍼런스</a:t>
            </a:r>
            <a:r>
              <a:rPr lang="en-US" altLang="ko-KR" dirty="0" smtClean="0"/>
              <a:t>(</a:t>
            </a:r>
            <a:r>
              <a:rPr lang="ko-KR" altLang="en-US" dirty="0" smtClean="0"/>
              <a:t>참조</a:t>
            </a:r>
            <a:r>
              <a:rPr lang="en-US" altLang="ko-KR" dirty="0" smtClean="0"/>
              <a:t>)</a:t>
            </a:r>
            <a:r>
              <a:rPr lang="ko-KR" altLang="en-US" dirty="0" smtClean="0"/>
              <a:t>하고 있는 </a:t>
            </a:r>
            <a:r>
              <a:rPr lang="ko-KR" altLang="en-US" dirty="0" err="1" smtClean="0"/>
              <a:t>엘리먼트를</a:t>
            </a:r>
            <a:r>
              <a:rPr lang="ko-KR" altLang="en-US" dirty="0" smtClean="0"/>
              <a:t> 의미함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useRef</a:t>
            </a:r>
            <a:r>
              <a:rPr lang="en-US" altLang="ko-KR" dirty="0" smtClean="0"/>
              <a:t>() </a:t>
            </a:r>
            <a:r>
              <a:rPr lang="ko-KR" altLang="en-US" dirty="0" smtClean="0"/>
              <a:t>사용법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useRef</a:t>
            </a:r>
            <a:r>
              <a:rPr lang="en-US" altLang="ko-KR" dirty="0" smtClean="0"/>
              <a:t>() Hook</a:t>
            </a:r>
            <a:r>
              <a:rPr lang="ko-KR" altLang="en-US" dirty="0" smtClean="0"/>
              <a:t>은 내부의 데이터가 변경되었을 때 별도로 알리지 않음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826" y="4188286"/>
            <a:ext cx="7783902" cy="767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2169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Hook</a:t>
            </a:r>
            <a:r>
              <a:rPr lang="ko-KR" altLang="en-US" dirty="0" smtClean="0"/>
              <a:t>의 규칙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en-US" altLang="ko-KR" sz="2400" dirty="0" smtClean="0"/>
              <a:t>1. Hook</a:t>
            </a:r>
            <a:r>
              <a:rPr lang="ko-KR" altLang="en-US" sz="2400" dirty="0" smtClean="0"/>
              <a:t>은 무조건 최상위 레벨</a:t>
            </a:r>
            <a:r>
              <a:rPr lang="en-US" altLang="ko-KR" sz="2400" dirty="0" smtClean="0"/>
              <a:t>(Top Level)</a:t>
            </a:r>
            <a:r>
              <a:rPr lang="ko-KR" altLang="en-US" sz="2400" dirty="0" smtClean="0"/>
              <a:t>에서만 호출해야 한다</a:t>
            </a:r>
            <a:r>
              <a:rPr lang="en-US" altLang="ko-KR" sz="2400" dirty="0" smtClean="0"/>
              <a:t>.</a:t>
            </a:r>
            <a:r>
              <a:rPr lang="en-US" altLang="ko-KR" dirty="0" smtClean="0"/>
              <a:t>  </a:t>
            </a:r>
          </a:p>
          <a:p>
            <a:pPr marL="0" indent="0">
              <a:buNone/>
            </a:pPr>
            <a:r>
              <a:rPr lang="en-US" altLang="ko-KR" dirty="0" smtClean="0"/>
              <a:t>    -&gt; </a:t>
            </a:r>
            <a:r>
              <a:rPr lang="ko-KR" altLang="en-US" dirty="0" err="1" smtClean="0"/>
              <a:t>반복문이나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조건문</a:t>
            </a:r>
            <a:r>
              <a:rPr lang="ko-KR" altLang="en-US" dirty="0" smtClean="0"/>
              <a:t> 또는 중첩된 함수들 안에서 </a:t>
            </a:r>
            <a:r>
              <a:rPr lang="en-US" altLang="ko-KR" dirty="0" smtClean="0"/>
              <a:t>Hook</a:t>
            </a:r>
            <a:r>
              <a:rPr lang="ko-KR" altLang="en-US" dirty="0" smtClean="0"/>
              <a:t>을 호출하면 안됨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Hook</a:t>
            </a:r>
            <a:r>
              <a:rPr lang="ko-KR" altLang="en-US" dirty="0" smtClean="0"/>
              <a:t>은 컴포넌트가 </a:t>
            </a:r>
            <a:r>
              <a:rPr lang="ko-KR" altLang="en-US" dirty="0" err="1" smtClean="0"/>
              <a:t>렌더링될</a:t>
            </a:r>
            <a:r>
              <a:rPr lang="ko-KR" altLang="en-US" dirty="0" smtClean="0"/>
              <a:t> 때마다 매번 같은 순서로 호출되어야 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- 2. </a:t>
            </a:r>
            <a:r>
              <a:rPr lang="ko-KR" altLang="en-US" dirty="0" err="1" smtClean="0"/>
              <a:t>리액트</a:t>
            </a:r>
            <a:r>
              <a:rPr lang="en-US" altLang="ko-KR" dirty="0" smtClean="0"/>
              <a:t> </a:t>
            </a:r>
            <a:r>
              <a:rPr lang="ko-KR" altLang="en-US" dirty="0" smtClean="0"/>
              <a:t>함수 컴포넌트에서만 </a:t>
            </a:r>
            <a:r>
              <a:rPr lang="en-US" altLang="ko-KR" dirty="0" smtClean="0"/>
              <a:t>Hook</a:t>
            </a:r>
            <a:r>
              <a:rPr lang="ko-KR" altLang="en-US" dirty="0" smtClean="0"/>
              <a:t>을 호출해야 한다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Hook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함수 컴포넌트에서 호출하거나 직접 만든 </a:t>
            </a:r>
            <a:r>
              <a:rPr lang="en-US" altLang="ko-KR" dirty="0" smtClean="0"/>
              <a:t>Custom Hook</a:t>
            </a:r>
            <a:r>
              <a:rPr lang="ko-KR" altLang="en-US" dirty="0" smtClean="0"/>
              <a:t>에서만 호출할 수 있음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6500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Custom Hook</a:t>
            </a:r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만드는 이유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여러 컴포넌트에서 반복적으로 사용되는 </a:t>
            </a:r>
            <a:r>
              <a:rPr lang="ko-KR" altLang="en-US" dirty="0" err="1" smtClean="0"/>
              <a:t>로직을</a:t>
            </a:r>
            <a:r>
              <a:rPr lang="ko-KR" altLang="en-US" dirty="0" smtClean="0"/>
              <a:t> </a:t>
            </a:r>
            <a:r>
              <a:rPr lang="en-US" altLang="ko-KR" dirty="0" smtClean="0"/>
              <a:t>Hook</a:t>
            </a:r>
            <a:r>
              <a:rPr lang="ko-KR" altLang="en-US" dirty="0" smtClean="0"/>
              <a:t>으로 만들어 재사용하기 위함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1" y="2183330"/>
            <a:ext cx="5504009" cy="4355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642" y="2183329"/>
            <a:ext cx="5673966" cy="4355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7178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Custom Hook </a:t>
            </a:r>
            <a:r>
              <a:rPr lang="ko-KR" altLang="en-US" dirty="0" smtClean="0"/>
              <a:t>추출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이름이 </a:t>
            </a:r>
            <a:r>
              <a:rPr lang="en-US" altLang="ko-KR" dirty="0" smtClean="0"/>
              <a:t>use</a:t>
            </a:r>
            <a:r>
              <a:rPr lang="ko-KR" altLang="en-US" dirty="0" smtClean="0"/>
              <a:t>로 시작하고 내부에서 다른 훅을 호출하는 하나의 자바스크립트 함수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sz="2400" dirty="0" smtClean="0"/>
              <a:t>중복되는 </a:t>
            </a:r>
            <a:r>
              <a:rPr lang="ko-KR" altLang="en-US" sz="2400" dirty="0" err="1" smtClean="0"/>
              <a:t>로직을</a:t>
            </a:r>
            <a:r>
              <a:rPr lang="ko-KR" altLang="en-US" sz="2400" dirty="0" smtClean="0"/>
              <a:t> </a:t>
            </a:r>
            <a:r>
              <a:rPr lang="en-US" altLang="ko-KR" sz="2400" dirty="0" err="1" smtClean="0"/>
              <a:t>useUserStatus</a:t>
            </a:r>
            <a:r>
              <a:rPr lang="en-US" altLang="ko-KR" sz="2400" dirty="0" smtClean="0"/>
              <a:t>() </a:t>
            </a:r>
            <a:r>
              <a:rPr lang="ko-KR" altLang="en-US" sz="2400" dirty="0" smtClean="0"/>
              <a:t>라는 </a:t>
            </a:r>
            <a:r>
              <a:rPr lang="en-US" altLang="ko-KR" sz="2400" dirty="0" smtClean="0"/>
              <a:t>Custom Hook</a:t>
            </a:r>
            <a:r>
              <a:rPr lang="ko-KR" altLang="en-US" sz="2400" dirty="0" smtClean="0"/>
              <a:t>으로 추출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Custom Hook</a:t>
            </a:r>
            <a:r>
              <a:rPr lang="ko-KR" altLang="en-US" dirty="0" smtClean="0"/>
              <a:t>은 특별한 규칙이 없음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파라미터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리턴값을</a:t>
            </a:r>
            <a:r>
              <a:rPr lang="ko-KR" altLang="en-US" dirty="0" smtClean="0"/>
              <a:t> 개발자가 직접 정할 수 있음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use</a:t>
            </a:r>
            <a:r>
              <a:rPr lang="ko-KR" altLang="en-US" dirty="0" smtClean="0"/>
              <a:t>로 시작하는 단순한 함수이나 </a:t>
            </a:r>
            <a:r>
              <a:rPr lang="en-US" altLang="ko-KR" dirty="0" smtClean="0"/>
              <a:t>Hook</a:t>
            </a:r>
            <a:r>
              <a:rPr lang="ko-KR" altLang="en-US" dirty="0" smtClean="0"/>
              <a:t>이기 때문에 </a:t>
            </a:r>
            <a:r>
              <a:rPr lang="en-US" altLang="ko-KR" dirty="0" smtClean="0"/>
              <a:t>Hook</a:t>
            </a:r>
            <a:r>
              <a:rPr lang="ko-KR" altLang="en-US" dirty="0" smtClean="0"/>
              <a:t>의 </a:t>
            </a:r>
            <a:r>
              <a:rPr lang="ko-KR" altLang="en-US" dirty="0" err="1" smtClean="0"/>
              <a:t>두가지</a:t>
            </a:r>
            <a:r>
              <a:rPr lang="ko-KR" altLang="en-US" dirty="0" smtClean="0"/>
              <a:t> 규칙이 적용됨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3070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Custom Hook </a:t>
            </a:r>
            <a:r>
              <a:rPr lang="ko-KR" altLang="en-US" dirty="0" smtClean="0"/>
              <a:t>추출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149" y="1607675"/>
            <a:ext cx="6859588" cy="4053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1127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Custom Hook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379" y="1393530"/>
            <a:ext cx="5868988" cy="394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9718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855</Words>
  <Application>Microsoft Office PowerPoint</Application>
  <PresentationFormat>사용자 지정</PresentationFormat>
  <Paragraphs>101</Paragraphs>
  <Slides>20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1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admin</cp:lastModifiedBy>
  <cp:revision>53</cp:revision>
  <dcterms:created xsi:type="dcterms:W3CDTF">2021-11-22T00:19:55Z</dcterms:created>
  <dcterms:modified xsi:type="dcterms:W3CDTF">2023-09-21T04:25:32Z</dcterms:modified>
</cp:coreProperties>
</file>