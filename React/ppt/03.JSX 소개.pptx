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0" r:id="rId3"/>
    <p:sldId id="280" r:id="rId4"/>
    <p:sldId id="279" r:id="rId5"/>
    <p:sldId id="278" r:id="rId6"/>
    <p:sldId id="277" r:id="rId7"/>
    <p:sldId id="276" r:id="rId8"/>
    <p:sldId id="275" r:id="rId9"/>
    <p:sldId id="274" r:id="rId10"/>
    <p:sldId id="273" r:id="rId11"/>
    <p:sldId id="272" r:id="rId12"/>
    <p:sldId id="271" r:id="rId13"/>
    <p:sldId id="281" r:id="rId14"/>
    <p:sldId id="282" r:id="rId15"/>
    <p:sldId id="283" r:id="rId16"/>
    <p:sldId id="284" r:id="rId17"/>
    <p:sldId id="285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26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</a:t>
            </a:r>
            <a:r>
              <a:rPr lang="en-US" altLang="ko-KR" b="1" dirty="0" smtClean="0">
                <a:solidFill>
                  <a:schemeClr val="accent2"/>
                </a:solidFill>
              </a:rPr>
              <a:t>A syntax extension to JavaScript.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자바스크립트의 확장 문법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JavaScript + XML/HTML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061" y="2955076"/>
            <a:ext cx="6430962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</a:t>
            </a:r>
            <a:r>
              <a:rPr lang="en-US" altLang="ko-KR" dirty="0" err="1" smtClean="0"/>
              <a:t>createElement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함수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  </a:t>
            </a:r>
            <a:r>
              <a:rPr lang="en-US" altLang="ko-KR" dirty="0" smtClean="0"/>
              <a:t>JSX </a:t>
            </a:r>
            <a:r>
              <a:rPr lang="ko-KR" altLang="en-US" dirty="0" smtClean="0"/>
              <a:t>코드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자바스크립트 코드로 변환하는 역할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b="1" dirty="0" smtClean="0">
                <a:solidFill>
                  <a:schemeClr val="accent2"/>
                </a:solidFill>
              </a:rPr>
              <a:t>type(</a:t>
            </a:r>
            <a:r>
              <a:rPr lang="ko-KR" altLang="en-US" b="1" dirty="0" smtClean="0">
                <a:solidFill>
                  <a:schemeClr val="accent2"/>
                </a:solidFill>
              </a:rPr>
              <a:t>유형</a:t>
            </a:r>
            <a:r>
              <a:rPr lang="en-US" altLang="ko-KR" b="1" dirty="0" smtClean="0">
                <a:solidFill>
                  <a:schemeClr val="accent2"/>
                </a:solidFill>
              </a:rPr>
              <a:t>)</a:t>
            </a:r>
            <a:r>
              <a:rPr lang="en-US" altLang="ko-KR" dirty="0" smtClean="0"/>
              <a:t> : &lt;div&gt;</a:t>
            </a:r>
            <a:r>
              <a:rPr lang="ko-KR" altLang="en-US" dirty="0" smtClean="0"/>
              <a:t>나 </a:t>
            </a:r>
            <a:r>
              <a:rPr lang="en-US" altLang="ko-KR" dirty="0" smtClean="0"/>
              <a:t>&lt;span&gt;</a:t>
            </a:r>
            <a:r>
              <a:rPr lang="ko-KR" altLang="en-US" dirty="0" smtClean="0"/>
              <a:t>같은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태그 또는 다른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컴포넌트가 옴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b="1" dirty="0" smtClean="0">
                <a:solidFill>
                  <a:schemeClr val="accent2"/>
                </a:solidFill>
              </a:rPr>
              <a:t>props(Property)</a:t>
            </a:r>
            <a:r>
              <a:rPr lang="en-US" altLang="ko-KR" dirty="0" smtClean="0"/>
              <a:t> : </a:t>
            </a:r>
            <a:r>
              <a:rPr lang="ko-KR" altLang="en-US" dirty="0" smtClean="0"/>
              <a:t>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b="1" dirty="0" smtClean="0">
                <a:solidFill>
                  <a:schemeClr val="accent2"/>
                </a:solidFill>
              </a:rPr>
              <a:t>children</a:t>
            </a:r>
            <a:r>
              <a:rPr lang="en-US" altLang="ko-KR" dirty="0" smtClean="0"/>
              <a:t> : </a:t>
            </a:r>
            <a:r>
              <a:rPr lang="ko-KR" altLang="en-US" dirty="0" smtClean="0"/>
              <a:t>현재 요소의 자식 </a:t>
            </a:r>
            <a:r>
              <a:rPr lang="ko-KR" altLang="en-US" dirty="0" err="1" smtClean="0"/>
              <a:t>엘리먼트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57" y="4264652"/>
            <a:ext cx="3829050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6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JSX</a:t>
            </a:r>
            <a:r>
              <a:rPr lang="ko-KR" altLang="en-US" dirty="0" smtClean="0"/>
              <a:t>를 사용한 코드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518" y="2083871"/>
            <a:ext cx="7335838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2287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/>
              <a:t>- JSX</a:t>
            </a:r>
            <a:r>
              <a:rPr lang="ko-KR" altLang="en-US" dirty="0"/>
              <a:t>를 </a:t>
            </a:r>
            <a:r>
              <a:rPr lang="ko-KR" altLang="en-US" dirty="0" smtClean="0"/>
              <a:t>사용하지 않은 순수 자바스크립트 코드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JSX </a:t>
            </a:r>
            <a:r>
              <a:rPr lang="ko-KR" altLang="en-US" dirty="0" smtClean="0"/>
              <a:t>사용했</a:t>
            </a:r>
            <a:r>
              <a:rPr lang="ko-KR" altLang="en-US" dirty="0"/>
              <a:t>던</a:t>
            </a:r>
            <a:r>
              <a:rPr lang="ko-KR" altLang="en-US" dirty="0" smtClean="0"/>
              <a:t> 부분이 </a:t>
            </a:r>
            <a:r>
              <a:rPr lang="en-US" altLang="ko-KR" dirty="0" err="1" smtClean="0"/>
              <a:t>React.createElement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함수로 대체됨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  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92" y="2408718"/>
            <a:ext cx="10326688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445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동일한 역할을 하는 코드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3" y="1836221"/>
            <a:ext cx="9974262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262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err="1" smtClean="0"/>
              <a:t>리액트에서는</a:t>
            </a:r>
            <a:r>
              <a:rPr lang="ko-KR" altLang="en-US" dirty="0" smtClean="0"/>
              <a:t> 아래의 객체를 </a:t>
            </a:r>
            <a:r>
              <a:rPr lang="ko-KR" altLang="en-US" dirty="0" err="1" smtClean="0"/>
              <a:t>엘리먼트라고</a:t>
            </a:r>
            <a:r>
              <a:rPr lang="ko-KR" altLang="en-US" dirty="0" smtClean="0"/>
              <a:t> 부름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27" y="1637414"/>
            <a:ext cx="10631488" cy="466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425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</a:t>
            </a:r>
            <a:r>
              <a:rPr lang="ko-KR" altLang="en-US" b="1" dirty="0" err="1" smtClean="0">
                <a:solidFill>
                  <a:schemeClr val="accent2"/>
                </a:solidFill>
              </a:rPr>
              <a:t>리액트에서</a:t>
            </a:r>
            <a:r>
              <a:rPr lang="ko-KR" altLang="en-US" b="1" dirty="0" smtClean="0">
                <a:solidFill>
                  <a:schemeClr val="accent2"/>
                </a:solidFill>
              </a:rPr>
              <a:t> </a:t>
            </a:r>
            <a:r>
              <a:rPr lang="en-US" altLang="ko-KR" b="1" dirty="0" smtClean="0">
                <a:solidFill>
                  <a:schemeClr val="accent2"/>
                </a:solidFill>
              </a:rPr>
              <a:t>JSX</a:t>
            </a:r>
            <a:r>
              <a:rPr lang="ko-KR" altLang="en-US" b="1" dirty="0" smtClean="0">
                <a:solidFill>
                  <a:schemeClr val="accent2"/>
                </a:solidFill>
              </a:rPr>
              <a:t>를 쓰는 것이 필수는 아님</a:t>
            </a:r>
            <a:r>
              <a:rPr lang="en-US" altLang="ko-KR" b="1" dirty="0" smtClean="0">
                <a:solidFill>
                  <a:schemeClr val="accent2"/>
                </a:solidFill>
              </a:rPr>
              <a:t>!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JSX</a:t>
            </a:r>
            <a:r>
              <a:rPr lang="ko-KR" altLang="en-US" dirty="0" smtClean="0"/>
              <a:t>를 사용하면 장점들이 많기 때문에 편리함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034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 </a:t>
            </a:r>
            <a:r>
              <a:rPr lang="ko-KR" altLang="en-US" dirty="0" smtClean="0"/>
              <a:t>장점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간결한 코드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가독성</a:t>
            </a:r>
            <a:r>
              <a:rPr lang="ko-KR" altLang="en-US" dirty="0" smtClean="0"/>
              <a:t> 향상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버그를 발견하기 쉬움</a:t>
            </a:r>
            <a:r>
              <a:rPr lang="en-US" altLang="ko-KR" dirty="0" smtClean="0"/>
              <a:t>!</a:t>
            </a:r>
          </a:p>
          <a:p>
            <a:pPr marL="0" indent="0">
              <a:buNone/>
            </a:pPr>
            <a:r>
              <a:rPr lang="en-US" altLang="ko-KR" dirty="0" smtClean="0"/>
              <a:t>    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1839433"/>
            <a:ext cx="10869612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690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/>
              <a:t>JSX </a:t>
            </a:r>
            <a:r>
              <a:rPr lang="ko-KR" altLang="en-US" dirty="0"/>
              <a:t>장점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</a:t>
            </a:r>
            <a:r>
              <a:rPr lang="en-US" altLang="ko-KR" dirty="0" smtClean="0"/>
              <a:t>Injection Attacks </a:t>
            </a:r>
            <a:r>
              <a:rPr lang="ko-KR" altLang="en-US" dirty="0" smtClean="0"/>
              <a:t>방어</a:t>
            </a:r>
            <a:r>
              <a:rPr lang="en-US" altLang="ko-KR" dirty="0"/>
              <a:t> </a:t>
            </a:r>
            <a:r>
              <a:rPr lang="en-US" altLang="ko-KR" dirty="0" smtClean="0"/>
              <a:t>-&gt; </a:t>
            </a:r>
            <a:r>
              <a:rPr lang="ko-KR" altLang="en-US" dirty="0" err="1" smtClean="0"/>
              <a:t>보안성</a:t>
            </a:r>
            <a:r>
              <a:rPr lang="ko-KR" altLang="en-US" dirty="0" smtClean="0"/>
              <a:t> 향상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err="1" smtClean="0"/>
              <a:t>입력창에</a:t>
            </a:r>
            <a:r>
              <a:rPr lang="ko-KR" altLang="en-US" dirty="0" smtClean="0"/>
              <a:t> 문자나 </a:t>
            </a:r>
            <a:r>
              <a:rPr lang="ko-KR" altLang="en-US" dirty="0" err="1" smtClean="0"/>
              <a:t>숫자같은</a:t>
            </a:r>
            <a:r>
              <a:rPr lang="ko-KR" altLang="en-US" dirty="0" smtClean="0"/>
              <a:t> 일반적인 값이 아닌 소스코드를 입력하여 해당 코드가 실행되도록 만드는 해킹 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결과적으로 </a:t>
            </a:r>
            <a:r>
              <a:rPr lang="en-US" altLang="ko-KR" dirty="0" smtClean="0"/>
              <a:t>XSS(cross-site-script attacks)</a:t>
            </a:r>
            <a:r>
              <a:rPr lang="ko-KR" altLang="en-US" dirty="0" smtClean="0"/>
              <a:t>을 방어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03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/>
              <a:t>JSX </a:t>
            </a:r>
            <a:r>
              <a:rPr lang="ko-KR" altLang="en-US" dirty="0" smtClean="0"/>
              <a:t>사용법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자바스크립트 문법 </a:t>
            </a:r>
            <a:r>
              <a:rPr lang="en-US" altLang="ko-KR" dirty="0" smtClean="0"/>
              <a:t>+ XML, HTML </a:t>
            </a:r>
            <a:r>
              <a:rPr lang="ko-KR" altLang="en-US" dirty="0" smtClean="0"/>
              <a:t>섞어서 사용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{</a:t>
            </a:r>
            <a:r>
              <a:rPr lang="en-US" altLang="ko-KR" dirty="0" smtClean="0"/>
              <a:t>name} -&gt; name</a:t>
            </a:r>
            <a:r>
              <a:rPr lang="ko-KR" altLang="en-US" dirty="0" smtClean="0"/>
              <a:t>이라는 자바스크립트 변수를 참조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61" y="2269940"/>
            <a:ext cx="6164262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863" y="2269940"/>
            <a:ext cx="5013030" cy="377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555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 </a:t>
            </a:r>
            <a:r>
              <a:rPr lang="ko-KR" altLang="en-US" dirty="0" smtClean="0"/>
              <a:t>사용법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자바스크립트 함수 사용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32" y="1786270"/>
            <a:ext cx="5486400" cy="4614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380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 </a:t>
            </a:r>
            <a:r>
              <a:rPr lang="ko-KR" altLang="en-US" dirty="0" smtClean="0"/>
              <a:t>사용법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조건에 </a:t>
            </a:r>
            <a:r>
              <a:rPr lang="ko-KR" altLang="en-US" dirty="0" smtClean="0"/>
              <a:t>따른 인사말 표시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020" y="1862470"/>
            <a:ext cx="8107362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726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 </a:t>
            </a:r>
            <a:r>
              <a:rPr lang="ko-KR" altLang="en-US" dirty="0" smtClean="0"/>
              <a:t>사용법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    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1628775"/>
            <a:ext cx="10402888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892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 </a:t>
            </a:r>
            <a:r>
              <a:rPr lang="ko-KR" altLang="en-US" dirty="0" smtClean="0"/>
              <a:t>사용법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    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1352550"/>
            <a:ext cx="10917238" cy="415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804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 </a:t>
            </a:r>
            <a:r>
              <a:rPr lang="ko-KR" altLang="en-US" dirty="0" smtClean="0"/>
              <a:t>실습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</a:t>
            </a:r>
            <a:r>
              <a:rPr lang="en-US" altLang="ko-KR" dirty="0" err="1" smtClean="0"/>
              <a:t>Book.jsx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880" y="1680719"/>
            <a:ext cx="6716712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930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 </a:t>
            </a:r>
            <a:r>
              <a:rPr lang="ko-KR" altLang="en-US" dirty="0" smtClean="0"/>
              <a:t>실습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</a:t>
            </a:r>
            <a:r>
              <a:rPr lang="en-US" altLang="ko-KR" dirty="0" err="1" smtClean="0"/>
              <a:t>Library.jsx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491" y="1856489"/>
            <a:ext cx="5638800" cy="367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784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JSX </a:t>
            </a:r>
            <a:r>
              <a:rPr lang="ko-KR" altLang="en-US" dirty="0" smtClean="0"/>
              <a:t>실습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Index.js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366" y="1742189"/>
            <a:ext cx="6954838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923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258</Words>
  <Application>Microsoft Office PowerPoint</Application>
  <PresentationFormat>사용자 지정</PresentationFormat>
  <Paragraphs>79</Paragraphs>
  <Slides>17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29</cp:revision>
  <dcterms:created xsi:type="dcterms:W3CDTF">2021-11-22T00:19:55Z</dcterms:created>
  <dcterms:modified xsi:type="dcterms:W3CDTF">2023-09-17T22:44:48Z</dcterms:modified>
</cp:coreProperties>
</file>