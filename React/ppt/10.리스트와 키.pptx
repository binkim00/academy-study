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리스트와 키란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리스트</a:t>
            </a:r>
            <a:r>
              <a:rPr lang="en-US" altLang="ko-KR" dirty="0" smtClean="0"/>
              <a:t>(list)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목록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배열</a:t>
            </a:r>
            <a:r>
              <a:rPr lang="en-US" altLang="ko-KR" dirty="0" smtClean="0"/>
              <a:t>(Array) : </a:t>
            </a:r>
            <a:r>
              <a:rPr lang="ko-KR" altLang="en-US" dirty="0" smtClean="0"/>
              <a:t>자바스크립트의 변수나 객체를 하나의 변수로 묶어놓은 것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- </a:t>
            </a:r>
            <a:r>
              <a:rPr lang="ko-KR" altLang="en-US" dirty="0" smtClean="0"/>
              <a:t>키</a:t>
            </a:r>
            <a:r>
              <a:rPr lang="en-US" altLang="ko-KR" dirty="0" smtClean="0"/>
              <a:t>(key) : </a:t>
            </a:r>
            <a:r>
              <a:rPr lang="ko-KR" altLang="en-US" dirty="0" smtClean="0"/>
              <a:t>각 객체나 아이템을 구분할 수 있는 고유한 값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-&gt; </a:t>
            </a:r>
            <a:r>
              <a:rPr lang="ko-KR" altLang="en-US" sz="2400" dirty="0" err="1" smtClean="0"/>
              <a:t>리액트에서의</a:t>
            </a:r>
            <a:r>
              <a:rPr lang="ko-KR" altLang="en-US" sz="2400" dirty="0" smtClean="0"/>
              <a:t> 키는 아이템들을 구분하기 위한 고유한 문자열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00" y="2598328"/>
            <a:ext cx="8162778" cy="93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여러 개의 컴포넌트 </a:t>
            </a:r>
            <a:r>
              <a:rPr lang="ko-KR" altLang="en-US" dirty="0" err="1" smtClean="0"/>
              <a:t>렌더링하기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컴포넌트를 화면에 반복적으로 나타내야 할 경우 코드상에 하나씩 직접 넣는 것은 같은 코드가 반복되기 때문에 비효율적임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441" y="2229861"/>
            <a:ext cx="4185241" cy="374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298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여러 개의 컴포넌트 </a:t>
            </a:r>
            <a:r>
              <a:rPr lang="ko-KR" altLang="en-US" dirty="0" err="1" smtClean="0"/>
              <a:t>렌더링하기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map()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mapping : </a:t>
            </a:r>
            <a:r>
              <a:rPr lang="ko-KR" altLang="en-US" sz="2000" dirty="0" smtClean="0"/>
              <a:t>배열에 들어있는 각 변수에 어떤 처리를 한 뒤 </a:t>
            </a:r>
            <a:r>
              <a:rPr lang="ko-KR" altLang="en-US" sz="2000" dirty="0" err="1" smtClean="0"/>
              <a:t>리턴하는</a:t>
            </a:r>
            <a:r>
              <a:rPr lang="ko-KR" altLang="en-US" sz="2000" dirty="0" smtClean="0"/>
              <a:t> 것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03" y="2372388"/>
            <a:ext cx="10132912" cy="615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16" y="3137047"/>
            <a:ext cx="5650156" cy="271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730" y="3248080"/>
            <a:ext cx="4382859" cy="259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6347637" y="4125433"/>
            <a:ext cx="510363" cy="8187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08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여러 개의 컴포넌트 </a:t>
            </a:r>
            <a:r>
              <a:rPr lang="ko-KR" altLang="en-US" dirty="0" err="1" smtClean="0"/>
              <a:t>렌더링하기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최종 결과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53" y="1824038"/>
            <a:ext cx="10978781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05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기본적인 리스트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리스트 아이템에는 무조건 키가 있어야 한다는 경고 발생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각 아이템에 키가 없기 때문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5" y="2332757"/>
            <a:ext cx="45053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839" y="2332757"/>
            <a:ext cx="6362035" cy="347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4869712" y="3668233"/>
            <a:ext cx="414669" cy="8293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리스트의 키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리액트에서의</a:t>
            </a:r>
            <a:r>
              <a:rPr lang="ko-KR" altLang="en-US" dirty="0" smtClean="0"/>
              <a:t> 키 </a:t>
            </a:r>
            <a:r>
              <a:rPr lang="en-US" altLang="ko-KR" dirty="0" smtClean="0"/>
              <a:t>: </a:t>
            </a:r>
            <a:r>
              <a:rPr lang="ko-KR" altLang="en-US" sz="2000" dirty="0" smtClean="0"/>
              <a:t>리스트에서 아이템들을 구분하기 위한 고유한 문자열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-&gt; </a:t>
            </a:r>
            <a:r>
              <a:rPr lang="ko-KR" altLang="en-US" dirty="0" err="1" smtClean="0"/>
              <a:t>리액트에서의</a:t>
            </a:r>
            <a:r>
              <a:rPr lang="ko-KR" altLang="en-US" dirty="0" smtClean="0"/>
              <a:t> 키의 값은 같은 리스트에 있는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사이에서만 고유한 값이면 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7627"/>
            <a:ext cx="6357267" cy="365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267" y="2817627"/>
            <a:ext cx="5844363" cy="365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633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리스트의 키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키값으로</a:t>
            </a:r>
            <a:r>
              <a:rPr lang="ko-KR" altLang="en-US" dirty="0" smtClean="0"/>
              <a:t> 숫자의 값을 사용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34" y="1936566"/>
            <a:ext cx="9051499" cy="280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68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리스트의 키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키값으로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사용하는 방식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07" y="1972783"/>
            <a:ext cx="8911189" cy="2546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798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리스트의 키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키값으로</a:t>
            </a:r>
            <a:r>
              <a:rPr lang="ko-KR" altLang="en-US" dirty="0" smtClean="0"/>
              <a:t> 인덱스</a:t>
            </a:r>
            <a:r>
              <a:rPr lang="en-US" altLang="ko-KR" dirty="0" smtClean="0"/>
              <a:t>(index)</a:t>
            </a:r>
            <a:r>
              <a:rPr lang="ko-KR" altLang="en-US" dirty="0" smtClean="0"/>
              <a:t>를 사용하는 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리액트에서는</a:t>
            </a:r>
            <a:r>
              <a:rPr lang="ko-KR" altLang="en-US" dirty="0" smtClean="0"/>
              <a:t> 키를 명시적으로 넣어 주지 않으면 기본적으로 인덱스 값을 </a:t>
            </a:r>
            <a:r>
              <a:rPr lang="ko-KR" altLang="en-US" dirty="0" err="1" smtClean="0"/>
              <a:t>키값으로</a:t>
            </a:r>
            <a:r>
              <a:rPr lang="ko-KR" altLang="en-US" dirty="0" smtClean="0"/>
              <a:t> 사용함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539" y="2800571"/>
            <a:ext cx="9266545" cy="2441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775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200</Words>
  <Application>Microsoft Office PowerPoint</Application>
  <PresentationFormat>사용자 지정</PresentationFormat>
  <Paragraphs>38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44</cp:revision>
  <dcterms:created xsi:type="dcterms:W3CDTF">2021-11-22T00:19:55Z</dcterms:created>
  <dcterms:modified xsi:type="dcterms:W3CDTF">2023-09-25T01:19:25Z</dcterms:modified>
</cp:coreProperties>
</file>