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90" r:id="rId3"/>
    <p:sldId id="294" r:id="rId4"/>
    <p:sldId id="293" r:id="rId5"/>
    <p:sldId id="291" r:id="rId6"/>
    <p:sldId id="29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32" y="-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비동기</a:t>
            </a:r>
            <a:r>
              <a:rPr lang="ko-KR" altLang="en-US" dirty="0" smtClean="0"/>
              <a:t> 통신</a:t>
            </a:r>
            <a:endParaRPr lang="en-US" altLang="ko-KR" dirty="0" smtClean="0"/>
          </a:p>
          <a:p>
            <a:r>
              <a:rPr lang="ko-KR" altLang="en-US" dirty="0" smtClean="0"/>
              <a:t>프로미스 이용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프로미스</a:t>
            </a:r>
            <a:r>
              <a:rPr lang="en-US" altLang="ko-KR" dirty="0" smtClean="0"/>
              <a:t>(promise) : </a:t>
            </a:r>
            <a:r>
              <a:rPr lang="ko-KR" altLang="en-US" dirty="0" err="1" smtClean="0"/>
              <a:t>비동기</a:t>
            </a:r>
            <a:r>
              <a:rPr lang="ko-KR" altLang="en-US" dirty="0" smtClean="0"/>
              <a:t> 작업의 결과를 나타내는 객체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err="1" smtClean="0"/>
              <a:t>비동기</a:t>
            </a:r>
            <a:r>
              <a:rPr lang="ko-KR" altLang="en-US" dirty="0" smtClean="0"/>
              <a:t> 호출을 실행할 때 코드를 간소화할 수 있음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프로미스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가지 상태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대기</a:t>
            </a:r>
            <a:r>
              <a:rPr lang="en-US" altLang="ko-KR" dirty="0" smtClean="0"/>
              <a:t>(Pending) : </a:t>
            </a:r>
            <a:r>
              <a:rPr lang="ko-KR" altLang="en-US" dirty="0" err="1" smtClean="0"/>
              <a:t>비동기</a:t>
            </a:r>
            <a:r>
              <a:rPr lang="ko-KR" altLang="en-US" dirty="0" smtClean="0"/>
              <a:t> 처리 </a:t>
            </a:r>
            <a:r>
              <a:rPr lang="ko-KR" altLang="en-US" dirty="0" err="1" smtClean="0"/>
              <a:t>로직이</a:t>
            </a:r>
            <a:r>
              <a:rPr lang="ko-KR" altLang="en-US" dirty="0" smtClean="0"/>
              <a:t> 아직 완료되지 않은 상태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이행</a:t>
            </a:r>
            <a:r>
              <a:rPr lang="en-US" altLang="ko-KR" dirty="0" smtClean="0"/>
              <a:t>(Fulfilled) : </a:t>
            </a:r>
            <a:r>
              <a:rPr lang="ko-KR" altLang="en-US" sz="2000" dirty="0" err="1" smtClean="0"/>
              <a:t>비동기</a:t>
            </a:r>
            <a:r>
              <a:rPr lang="ko-KR" altLang="en-US" sz="2000" dirty="0" smtClean="0"/>
              <a:t> 처리가 완료되어 프로미스가 결과값을 반환해준 상태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거부</a:t>
            </a:r>
            <a:r>
              <a:rPr lang="en-US" altLang="ko-KR" dirty="0" smtClean="0"/>
              <a:t>(</a:t>
            </a:r>
            <a:r>
              <a:rPr lang="en-US" altLang="ko-KR" dirty="0" smtClean="0"/>
              <a:t>Rejected) : </a:t>
            </a:r>
            <a:r>
              <a:rPr lang="ko-KR" altLang="en-US" sz="2400" dirty="0" err="1" smtClean="0"/>
              <a:t>비동기</a:t>
            </a:r>
            <a:r>
              <a:rPr lang="ko-KR" altLang="en-US" sz="2400" dirty="0" smtClean="0"/>
              <a:t> 처리가 실패하거나 오류가 발생한 상태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- </a:t>
            </a:r>
            <a:r>
              <a:rPr lang="en-US" altLang="ko-KR" dirty="0"/>
              <a:t>ECMAScript 2017</a:t>
            </a:r>
            <a:r>
              <a:rPr lang="ko-KR" altLang="en-US" dirty="0"/>
              <a:t>에는 </a:t>
            </a:r>
            <a:r>
              <a:rPr lang="en-US" altLang="ko-KR" dirty="0" err="1"/>
              <a:t>async</a:t>
            </a:r>
            <a:r>
              <a:rPr lang="en-US" altLang="ko-KR" dirty="0"/>
              <a:t>/await(</a:t>
            </a:r>
            <a:r>
              <a:rPr lang="ko-KR" altLang="en-US" dirty="0"/>
              <a:t>프로미스 기반</a:t>
            </a:r>
            <a:r>
              <a:rPr lang="en-US" altLang="ko-KR" dirty="0"/>
              <a:t>)</a:t>
            </a:r>
            <a:r>
              <a:rPr lang="ko-KR" altLang="en-US" dirty="0"/>
              <a:t>를 이용하는 최신 </a:t>
            </a:r>
            <a:r>
              <a:rPr lang="ko-KR" altLang="en-US" dirty="0" err="1"/>
              <a:t>비동기</a:t>
            </a:r>
            <a:r>
              <a:rPr lang="ko-KR" altLang="en-US" dirty="0"/>
              <a:t> 호출 처리 방식이 추가됐지만 아직은 브라우저에서 널리 지원되지 않음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프로미스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응답이 반환되면 </a:t>
            </a:r>
            <a:r>
              <a:rPr lang="ko-KR" altLang="en-US" dirty="0" err="1" smtClean="0"/>
              <a:t>비동기</a:t>
            </a:r>
            <a:r>
              <a:rPr lang="ko-KR" altLang="en-US" dirty="0" smtClean="0"/>
              <a:t> 호출이 수행되고 </a:t>
            </a:r>
            <a:r>
              <a:rPr lang="en-US" altLang="ko-KR" dirty="0" smtClean="0"/>
              <a:t>then </a:t>
            </a:r>
            <a:r>
              <a:rPr lang="ko-KR" altLang="en-US" dirty="0" err="1" smtClean="0"/>
              <a:t>메서드</a:t>
            </a:r>
            <a:r>
              <a:rPr lang="ko-KR" altLang="en-US" dirty="0" smtClean="0"/>
              <a:t> 내의 </a:t>
            </a:r>
            <a:r>
              <a:rPr lang="ko-KR" altLang="en-US" dirty="0" err="1" smtClean="0"/>
              <a:t>콜백</a:t>
            </a:r>
            <a:r>
              <a:rPr lang="ko-KR" altLang="en-US" dirty="0" smtClean="0"/>
              <a:t> 함수가 </a:t>
            </a:r>
            <a:r>
              <a:rPr lang="en-US" altLang="ko-KR" dirty="0" smtClean="0"/>
              <a:t>response</a:t>
            </a:r>
            <a:r>
              <a:rPr lang="ko-KR" altLang="en-US" dirty="0" smtClean="0"/>
              <a:t>를 인수로 받고 실행됨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err="1" smtClean="0"/>
              <a:t>doAsyncCall</a:t>
            </a:r>
            <a:r>
              <a:rPr lang="en-US" altLang="ko-KR" dirty="0" smtClean="0"/>
              <a:t>()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.then(response =&gt; // response</a:t>
            </a:r>
            <a:r>
              <a:rPr lang="ko-KR" altLang="en-US" dirty="0" smtClean="0"/>
              <a:t>로 필요한 작업을 수행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여러 </a:t>
            </a:r>
            <a:r>
              <a:rPr lang="en-US" altLang="ko-KR" dirty="0" smtClean="0"/>
              <a:t>then </a:t>
            </a:r>
            <a:r>
              <a:rPr lang="ko-KR" altLang="en-US" dirty="0" err="1" smtClean="0"/>
              <a:t>인스턴스를</a:t>
            </a:r>
            <a:r>
              <a:rPr lang="ko-KR" altLang="en-US" dirty="0" smtClean="0"/>
              <a:t> 체인으로 연결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err="1"/>
              <a:t>doAsyncCall</a:t>
            </a:r>
            <a:r>
              <a:rPr lang="en-US" altLang="ko-KR" dirty="0" smtClean="0"/>
              <a:t>()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.then(response =&gt; // response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를 얻음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.</a:t>
            </a:r>
            <a:r>
              <a:rPr lang="en-US" altLang="ko-KR" dirty="0" smtClean="0"/>
              <a:t>then(data </a:t>
            </a:r>
            <a:r>
              <a:rPr lang="en-US" altLang="ko-KR" dirty="0"/>
              <a:t>=&gt; //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로 </a:t>
            </a:r>
            <a:r>
              <a:rPr lang="ko-KR" altLang="en-US" dirty="0"/>
              <a:t>필요한 작업을 수행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5659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프로미스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- catch </a:t>
            </a:r>
            <a:r>
              <a:rPr lang="ko-KR" altLang="en-US" dirty="0" smtClean="0"/>
              <a:t>이용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err="1"/>
              <a:t>doAsyncCall</a:t>
            </a:r>
            <a:r>
              <a:rPr lang="en-US" altLang="ko-KR" dirty="0" smtClean="0"/>
              <a:t>()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.then(response =&gt; // response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를 얻음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.</a:t>
            </a:r>
            <a:r>
              <a:rPr lang="en-US" altLang="ko-KR" dirty="0" smtClean="0"/>
              <a:t>then(data </a:t>
            </a:r>
            <a:r>
              <a:rPr lang="en-US" altLang="ko-KR" dirty="0"/>
              <a:t>=&gt; //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로 </a:t>
            </a:r>
            <a:r>
              <a:rPr lang="ko-KR" altLang="en-US" dirty="0"/>
              <a:t>필요한 작업을 수행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.catch(error =&gt; </a:t>
            </a:r>
            <a:r>
              <a:rPr lang="en-US" altLang="ko-KR" dirty="0" err="1" smtClean="0"/>
              <a:t>console.error</a:t>
            </a:r>
            <a:r>
              <a:rPr lang="en-US" altLang="ko-KR" dirty="0" smtClean="0"/>
              <a:t>(error))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53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/>
              <a:t>fetch API </a:t>
            </a:r>
            <a:r>
              <a:rPr lang="ko-KR" altLang="en-US" dirty="0" smtClean="0"/>
              <a:t>이용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기존의 </a:t>
            </a:r>
            <a:r>
              <a:rPr lang="en-US" altLang="ko-KR" dirty="0" err="1" smtClean="0"/>
              <a:t>XMLHttpRequest</a:t>
            </a:r>
            <a:r>
              <a:rPr lang="ko-KR" altLang="en-US" dirty="0" smtClean="0"/>
              <a:t>와 비슷한 개념</a:t>
            </a:r>
            <a:r>
              <a:rPr lang="en-US" altLang="ko-KR" dirty="0" smtClean="0"/>
              <a:t>. 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프로미스를 지원하므로 더 직관적으로 이용할 수 있음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따로 라이브러리를 설치할 필요가 없음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fetch(‘http://somapi.com’)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.then(</a:t>
            </a:r>
            <a:r>
              <a:rPr lang="en-US" altLang="ko-KR" dirty="0" err="1" smtClean="0"/>
              <a:t>resposne</a:t>
            </a:r>
            <a:r>
              <a:rPr lang="en-US" altLang="ko-KR" dirty="0" smtClean="0"/>
              <a:t> =&gt; </a:t>
            </a:r>
            <a:r>
              <a:rPr lang="en-US" altLang="ko-KR" dirty="0" err="1" smtClean="0"/>
              <a:t>response.json</a:t>
            </a:r>
            <a:r>
              <a:rPr lang="en-US" altLang="ko-KR" dirty="0" smtClean="0"/>
              <a:t>())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.then(data =&gt; console.log(data));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.catch(error =&gt; </a:t>
            </a:r>
            <a:r>
              <a:rPr lang="en-US" altLang="ko-KR" dirty="0" err="1" smtClean="0"/>
              <a:t>console.error</a:t>
            </a:r>
            <a:r>
              <a:rPr lang="en-US" altLang="ko-KR" dirty="0" smtClean="0"/>
              <a:t>(error));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 - </a:t>
            </a:r>
            <a:r>
              <a:rPr lang="en-US" altLang="ko-KR" dirty="0" smtClean="0"/>
              <a:t>POST </a:t>
            </a:r>
            <a:r>
              <a:rPr lang="ko-KR" altLang="en-US" dirty="0" smtClean="0"/>
              <a:t>방식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</a:t>
            </a:r>
            <a:r>
              <a:rPr lang="en-US" altLang="ko-KR" dirty="0"/>
              <a:t>fetch(‘http://somapi.com</a:t>
            </a:r>
            <a:r>
              <a:rPr lang="en-US" altLang="ko-KR" dirty="0" smtClean="0"/>
              <a:t>’, {method: ‘POST})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373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 lnSpcReduction="10000"/>
          </a:bodyPr>
          <a:lstStyle/>
          <a:p>
            <a:r>
              <a:rPr lang="en-US" altLang="ko-KR" dirty="0" err="1" smtClean="0"/>
              <a:t>axios</a:t>
            </a:r>
            <a:r>
              <a:rPr lang="en-US" altLang="ko-KR" dirty="0" smtClean="0"/>
              <a:t> </a:t>
            </a:r>
            <a:r>
              <a:rPr lang="ko-KR" altLang="en-US" dirty="0" smtClean="0"/>
              <a:t>라이브러리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기존 방식보다 더 간단하게 </a:t>
            </a:r>
            <a:r>
              <a:rPr lang="ko-KR" altLang="en-US" dirty="0" err="1" smtClean="0"/>
              <a:t>비동기</a:t>
            </a:r>
            <a:r>
              <a:rPr lang="ko-KR" altLang="en-US" dirty="0" smtClean="0"/>
              <a:t> 통신 이용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npm</a:t>
            </a:r>
            <a:r>
              <a:rPr lang="en-US" altLang="ko-KR" dirty="0" smtClean="0"/>
              <a:t> install </a:t>
            </a:r>
            <a:r>
              <a:rPr lang="en-US" altLang="ko-KR" dirty="0" err="1" smtClean="0"/>
              <a:t>axios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설치 필요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import </a:t>
            </a:r>
            <a:r>
              <a:rPr lang="en-US" altLang="ko-KR" dirty="0" err="1" smtClean="0"/>
              <a:t>axios</a:t>
            </a:r>
            <a:r>
              <a:rPr lang="en-US" altLang="ko-KR" dirty="0" smtClean="0"/>
              <a:t> from ‘</a:t>
            </a:r>
            <a:r>
              <a:rPr lang="en-US" altLang="ko-KR" dirty="0" err="1" smtClean="0"/>
              <a:t>axios</a:t>
            </a:r>
            <a:r>
              <a:rPr lang="en-US" altLang="ko-KR" dirty="0" smtClean="0"/>
              <a:t>’; </a:t>
            </a:r>
            <a:r>
              <a:rPr lang="ko-KR" altLang="en-US" dirty="0" smtClean="0"/>
              <a:t>선언 필요</a:t>
            </a:r>
            <a:r>
              <a:rPr lang="en-US" altLang="ko-KR" dirty="0" smtClean="0"/>
              <a:t>  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axios.get</a:t>
            </a:r>
            <a:r>
              <a:rPr lang="en-US" altLang="ko-KR" dirty="0" smtClean="0"/>
              <a:t>(‘http://someapi.com’)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.then(response =&gt; console.log(response))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.catch(error =&gt; console.log(error));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err="1" smtClean="0"/>
              <a:t>axios.post</a:t>
            </a:r>
            <a:r>
              <a:rPr lang="en-US" altLang="ko-KR" dirty="0" smtClean="0"/>
              <a:t>(‘</a:t>
            </a:r>
            <a:r>
              <a:rPr lang="en-US" altLang="ko-KR" dirty="0"/>
              <a:t>http://someapi.com</a:t>
            </a:r>
            <a:r>
              <a:rPr lang="en-US" altLang="ko-KR" dirty="0" smtClean="0"/>
              <a:t>’, { </a:t>
            </a:r>
            <a:r>
              <a:rPr lang="en-US" altLang="ko-KR" dirty="0" err="1" smtClean="0"/>
              <a:t>newObject</a:t>
            </a:r>
            <a:r>
              <a:rPr lang="en-US" altLang="ko-KR" dirty="0" smtClean="0"/>
              <a:t> })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.then(response =&gt; console.log(response))</a:t>
            </a:r>
          </a:p>
          <a:p>
            <a:pPr marL="0" indent="0">
              <a:buNone/>
            </a:pPr>
            <a:r>
              <a:rPr lang="en-US" altLang="ko-KR" dirty="0"/>
              <a:t>  .catch(error =&gt; console.log(error));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9730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날씨 구하기 예제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4130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1812</TotalTime>
  <Words>336</Words>
  <Application>Microsoft Office PowerPoint</Application>
  <PresentationFormat>사용자 지정</PresentationFormat>
  <Paragraphs>48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admin</cp:lastModifiedBy>
  <cp:revision>99</cp:revision>
  <dcterms:created xsi:type="dcterms:W3CDTF">2021-11-22T00:19:55Z</dcterms:created>
  <dcterms:modified xsi:type="dcterms:W3CDTF">2023-10-19T04:43:48Z</dcterms:modified>
</cp:coreProperties>
</file>