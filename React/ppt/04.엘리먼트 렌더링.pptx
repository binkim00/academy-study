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1" r:id="rId3"/>
    <p:sldId id="270" r:id="rId4"/>
    <p:sldId id="269" r:id="rId5"/>
    <p:sldId id="268" r:id="rId6"/>
    <p:sldId id="267" r:id="rId7"/>
    <p:sldId id="272" r:id="rId8"/>
    <p:sldId id="273" r:id="rId9"/>
    <p:sldId id="274" r:id="rId10"/>
    <p:sldId id="266" r:id="rId11"/>
    <p:sldId id="265" r:id="rId12"/>
    <p:sldId id="275" r:id="rId13"/>
    <p:sldId id="264" r:id="rId14"/>
    <p:sldId id="276" r:id="rId15"/>
    <p:sldId id="27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영어로 어떤 물체를 구성하는 성분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Elements are the smallest building blocks of React apps.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err="1" smtClean="0"/>
              <a:t>엘리먼트는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앱의</a:t>
            </a:r>
            <a:r>
              <a:rPr lang="ko-KR" altLang="en-US" dirty="0" smtClean="0"/>
              <a:t> 가장 작은 빌딩 블록들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DOM(Document Object Model) </a:t>
            </a:r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엘리먼트가</a:t>
            </a:r>
            <a:r>
              <a:rPr lang="ko-KR" altLang="en-US" dirty="0" smtClean="0"/>
              <a:t> 아니라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요소를 나타냄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실제로 화면에서 볼 수 있는 것들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526" y="2737885"/>
            <a:ext cx="6491730" cy="389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27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: DOM </a:t>
            </a:r>
            <a:r>
              <a:rPr lang="ko-KR" altLang="en-US" dirty="0" err="1" smtClean="0"/>
              <a:t>엘리먼트의</a:t>
            </a:r>
            <a:r>
              <a:rPr lang="ko-KR" altLang="en-US" dirty="0" smtClean="0"/>
              <a:t> 가상 표현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아주 초창기 </a:t>
            </a:r>
            <a:r>
              <a:rPr lang="ko-KR" altLang="en-US" b="1" dirty="0" smtClean="0">
                <a:solidFill>
                  <a:schemeClr val="accent2"/>
                </a:solidFill>
              </a:rPr>
              <a:t>화면에 나타나는 내용을 기술한 자바스크립트 객체</a:t>
            </a:r>
            <a:r>
              <a:rPr lang="en-US" altLang="ko-KR" b="1" dirty="0" smtClean="0">
                <a:solidFill>
                  <a:schemeClr val="accent2"/>
                </a:solidFill>
              </a:rPr>
              <a:t>, </a:t>
            </a:r>
            <a:r>
              <a:rPr lang="en-US" altLang="ko-KR" dirty="0" smtClean="0"/>
              <a:t>describe(</a:t>
            </a:r>
            <a:r>
              <a:rPr lang="ko-KR" altLang="en-US" dirty="0" smtClean="0"/>
              <a:t>기술하다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에서 파생된 </a:t>
            </a:r>
            <a:r>
              <a:rPr lang="en-US" altLang="ko-KR" dirty="0" err="1" smtClean="0"/>
              <a:t>desciptor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>
                <a:solidFill>
                  <a:schemeClr val="accent2"/>
                </a:solidFill>
              </a:rPr>
              <a:t>   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최종적으로 나타나는 형태는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엘리먼트이므로</a:t>
            </a:r>
            <a:r>
              <a:rPr lang="ko-KR" altLang="en-US" dirty="0" smtClean="0"/>
              <a:t> </a:t>
            </a:r>
            <a:r>
              <a:rPr lang="en-US" altLang="ko-KR" dirty="0" smtClean="0"/>
              <a:t>DOM</a:t>
            </a:r>
            <a:r>
              <a:rPr lang="ko-KR" altLang="en-US" dirty="0" smtClean="0"/>
              <a:t>과의 통일성을 위해 </a:t>
            </a:r>
            <a:r>
              <a:rPr lang="ko-KR" altLang="en-US" dirty="0" err="1" smtClean="0"/>
              <a:t>엘리먼트라고</a:t>
            </a:r>
            <a:r>
              <a:rPr lang="ko-KR" altLang="en-US" dirty="0" smtClean="0"/>
              <a:t> 부르기로 결정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457" y="3508745"/>
            <a:ext cx="8850312" cy="3274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702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181"/>
            <a:ext cx="10515600" cy="5921782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Virtual DOM : </a:t>
            </a:r>
            <a:r>
              <a:rPr lang="ko-KR" altLang="en-US" dirty="0" smtClean="0"/>
              <a:t>가상의 </a:t>
            </a:r>
            <a:r>
              <a:rPr lang="en-US" altLang="ko-KR" dirty="0" smtClean="0"/>
              <a:t>DOM, </a:t>
            </a:r>
            <a:r>
              <a:rPr lang="ko-KR" altLang="en-US" dirty="0" err="1" smtClean="0"/>
              <a:t>웹페이지와</a:t>
            </a:r>
            <a:r>
              <a:rPr lang="ko-KR" altLang="en-US" dirty="0" smtClean="0"/>
              <a:t> 실제 </a:t>
            </a:r>
            <a:r>
              <a:rPr lang="en-US" altLang="ko-KR" dirty="0" smtClean="0"/>
              <a:t>DOM </a:t>
            </a:r>
            <a:r>
              <a:rPr lang="ko-KR" altLang="en-US" dirty="0" smtClean="0"/>
              <a:t>사이에서 중간 매개체 역할을 하는 것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어떤 상태의 변경</a:t>
            </a:r>
            <a:r>
              <a:rPr lang="en-US" altLang="ko-KR" dirty="0" smtClean="0"/>
              <a:t>(State Change)</a:t>
            </a:r>
            <a:r>
              <a:rPr lang="ko-KR" altLang="en-US" dirty="0" smtClean="0"/>
              <a:t>가 일어나면 </a:t>
            </a:r>
            <a:r>
              <a:rPr lang="en-US" altLang="ko-KR" dirty="0" smtClean="0"/>
              <a:t>Virtual DOM</a:t>
            </a:r>
            <a:r>
              <a:rPr lang="ko-KR" altLang="en-US" dirty="0" smtClean="0"/>
              <a:t>에서 업데이트해야 될 최소한의 부분을 검색하여 검색된 </a:t>
            </a:r>
            <a:r>
              <a:rPr lang="ko-KR" altLang="en-US" smtClean="0"/>
              <a:t>부분만을 </a:t>
            </a:r>
            <a:r>
              <a:rPr lang="ko-KR" altLang="en-US" smtClean="0"/>
              <a:t>업데이트하고 </a:t>
            </a:r>
            <a:r>
              <a:rPr lang="ko-KR" altLang="en-US" dirty="0" smtClean="0"/>
              <a:t>다시 </a:t>
            </a:r>
            <a:r>
              <a:rPr lang="ko-KR" altLang="en-US" dirty="0" err="1" smtClean="0"/>
              <a:t>렌더링하여</a:t>
            </a:r>
            <a:r>
              <a:rPr lang="ko-KR" altLang="en-US" dirty="0" smtClean="0"/>
              <a:t> 변경된 내용을 빠르게 사용자에게 보여줄 수 있음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763" y="2902688"/>
            <a:ext cx="7974012" cy="3763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12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자바스크립트 객체 형태로 존재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66" y="1833341"/>
            <a:ext cx="6183312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247" y="2600325"/>
            <a:ext cx="40767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6709145" y="3125972"/>
            <a:ext cx="648586" cy="7336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4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type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컴포넌트가 들어간 경우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876" y="1945315"/>
            <a:ext cx="5534025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728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type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컴포넌트가 들어간 경우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660" y="1881409"/>
            <a:ext cx="5926138" cy="456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340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 smtClean="0"/>
              <a:t>ConfirmDialog</a:t>
            </a:r>
            <a:r>
              <a:rPr lang="ko-KR" altLang="en-US" dirty="0" smtClean="0"/>
              <a:t> 컴포넌트의 형태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26" y="1808864"/>
            <a:ext cx="7183438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549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 smtClean="0"/>
              <a:t>ConfirmDialog</a:t>
            </a:r>
            <a:r>
              <a:rPr lang="ko-KR" altLang="en-US" dirty="0" smtClean="0"/>
              <a:t> 컴포넌트의 형태</a:t>
            </a:r>
            <a:r>
              <a:rPr lang="en-US" altLang="ko-KR" dirty="0" smtClean="0"/>
              <a:t>(</a:t>
            </a:r>
            <a:r>
              <a:rPr lang="ko-KR" altLang="en-US" dirty="0" smtClean="0"/>
              <a:t>최종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407" y="1752600"/>
            <a:ext cx="6040438" cy="4988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779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엘리먼트의</a:t>
            </a:r>
            <a:r>
              <a:rPr lang="ko-KR" altLang="en-US" dirty="0" smtClean="0"/>
              <a:t> 특징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불변성</a:t>
            </a:r>
            <a:r>
              <a:rPr lang="en-US" altLang="ko-KR" dirty="0" smtClean="0"/>
              <a:t>(immutable) : </a:t>
            </a:r>
            <a:r>
              <a:rPr lang="ko-KR" altLang="en-US" dirty="0" smtClean="0"/>
              <a:t>변하지 않는 성질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err="1" smtClean="0"/>
              <a:t>엘리먼트</a:t>
            </a:r>
            <a:r>
              <a:rPr lang="ko-KR" altLang="en-US" dirty="0" smtClean="0"/>
              <a:t> 생성 후에는 </a:t>
            </a:r>
            <a:r>
              <a:rPr lang="en-US" altLang="ko-KR" dirty="0" smtClean="0"/>
              <a:t>children</a:t>
            </a:r>
            <a:r>
              <a:rPr lang="ko-KR" altLang="en-US" dirty="0" smtClean="0"/>
              <a:t>이나 </a:t>
            </a:r>
            <a:r>
              <a:rPr lang="en-US" altLang="ko-KR" dirty="0" smtClean="0"/>
              <a:t>attributes</a:t>
            </a:r>
            <a:r>
              <a:rPr lang="ko-KR" altLang="en-US" dirty="0" smtClean="0"/>
              <a:t>를 바꿀 수 없다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변경된 </a:t>
            </a:r>
            <a:r>
              <a:rPr lang="ko-KR" altLang="en-US" dirty="0" err="1" smtClean="0"/>
              <a:t>엘리먼트들을</a:t>
            </a:r>
            <a:r>
              <a:rPr lang="ko-KR" altLang="en-US" dirty="0" smtClean="0"/>
              <a:t> 보여주기 위해서는 </a:t>
            </a:r>
            <a:r>
              <a:rPr lang="ko-KR" altLang="en-US" b="1" dirty="0" smtClean="0">
                <a:solidFill>
                  <a:schemeClr val="accent2"/>
                </a:solidFill>
              </a:rPr>
              <a:t>새로운 </a:t>
            </a:r>
            <a:r>
              <a:rPr lang="ko-KR" altLang="en-US" b="1" dirty="0" err="1" smtClean="0">
                <a:solidFill>
                  <a:schemeClr val="accent2"/>
                </a:solidFill>
              </a:rPr>
              <a:t>엘리먼트를</a:t>
            </a:r>
            <a:r>
              <a:rPr lang="ko-KR" altLang="en-US" b="1" dirty="0" smtClean="0">
                <a:solidFill>
                  <a:schemeClr val="accent2"/>
                </a:solidFill>
              </a:rPr>
              <a:t> 만들어서 기존 </a:t>
            </a:r>
            <a:r>
              <a:rPr lang="ko-KR" altLang="en-US" b="1" dirty="0" err="1" smtClean="0">
                <a:solidFill>
                  <a:schemeClr val="accent2"/>
                </a:solidFill>
              </a:rPr>
              <a:t>엘리먼트와</a:t>
            </a:r>
            <a:r>
              <a:rPr lang="ko-KR" altLang="en-US" b="1" dirty="0" smtClean="0">
                <a:solidFill>
                  <a:schemeClr val="accent2"/>
                </a:solidFill>
              </a:rPr>
              <a:t> </a:t>
            </a:r>
            <a:r>
              <a:rPr lang="ko-KR" altLang="en-US" b="1" dirty="0" err="1" smtClean="0">
                <a:solidFill>
                  <a:schemeClr val="accent2"/>
                </a:solidFill>
              </a:rPr>
              <a:t>바꿔치기함</a:t>
            </a:r>
            <a:r>
              <a:rPr lang="en-US" altLang="ko-KR" b="1" dirty="0" smtClean="0">
                <a:solidFill>
                  <a:schemeClr val="accent2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796" y="3527130"/>
            <a:ext cx="547687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610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렌더링하기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root</a:t>
            </a:r>
            <a:r>
              <a:rPr lang="ko-KR" altLang="en-US" dirty="0" smtClean="0"/>
              <a:t>라는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가진 </a:t>
            </a:r>
            <a:r>
              <a:rPr lang="en-US" altLang="ko-KR" dirty="0" smtClean="0"/>
              <a:t>&lt;div&gt;</a:t>
            </a:r>
            <a:r>
              <a:rPr lang="ko-KR" altLang="en-US" dirty="0" smtClean="0"/>
              <a:t>태그 안에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엘리먼트들이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렌더링됨</a:t>
            </a:r>
            <a:r>
              <a:rPr lang="en-US" altLang="ko-KR" dirty="0" smtClean="0"/>
              <a:t>. -&gt; </a:t>
            </a:r>
            <a:r>
              <a:rPr lang="en-US" altLang="ko-KR" b="1" dirty="0" smtClean="0">
                <a:solidFill>
                  <a:schemeClr val="accent2"/>
                </a:solidFill>
              </a:rPr>
              <a:t>Root DOM node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35" y="2287883"/>
            <a:ext cx="8135938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792" y="3172379"/>
            <a:ext cx="6049962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90104"/>
            <a:ext cx="8764588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692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렌더링된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r>
              <a:rPr lang="ko-KR" altLang="en-US" dirty="0" smtClean="0"/>
              <a:t> 업데이트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tick()</a:t>
            </a:r>
            <a:r>
              <a:rPr lang="ko-KR" altLang="en-US" dirty="0" smtClean="0"/>
              <a:t>함수가 호출될 때마다 기존 </a:t>
            </a:r>
            <a:r>
              <a:rPr lang="ko-KR" altLang="en-US" dirty="0" err="1" smtClean="0"/>
              <a:t>엘리먼트를</a:t>
            </a:r>
            <a:r>
              <a:rPr lang="ko-KR" altLang="en-US" dirty="0" smtClean="0"/>
              <a:t> 변경하는 것이 아닌 </a:t>
            </a:r>
            <a:r>
              <a:rPr lang="ko-KR" altLang="en-US" b="1" dirty="0" smtClean="0">
                <a:solidFill>
                  <a:schemeClr val="accent2"/>
                </a:solidFill>
              </a:rPr>
              <a:t>새로운 </a:t>
            </a:r>
            <a:r>
              <a:rPr lang="ko-KR" altLang="en-US" b="1" dirty="0" err="1" smtClean="0">
                <a:solidFill>
                  <a:schemeClr val="accent2"/>
                </a:solidFill>
              </a:rPr>
              <a:t>엘리먼트를</a:t>
            </a:r>
            <a:r>
              <a:rPr lang="ko-KR" altLang="en-US" b="1" dirty="0" smtClean="0">
                <a:solidFill>
                  <a:schemeClr val="accent2"/>
                </a:solidFill>
              </a:rPr>
              <a:t> 생성해서 </a:t>
            </a:r>
            <a:r>
              <a:rPr lang="ko-KR" altLang="en-US" b="1" dirty="0" err="1" smtClean="0">
                <a:solidFill>
                  <a:schemeClr val="accent2"/>
                </a:solidFill>
              </a:rPr>
              <a:t>바꿔치기</a:t>
            </a:r>
            <a:r>
              <a:rPr lang="ko-KR" altLang="en-US" b="1" dirty="0" smtClean="0">
                <a:solidFill>
                  <a:schemeClr val="accent2"/>
                </a:solidFill>
              </a:rPr>
              <a:t> 함</a:t>
            </a:r>
            <a:r>
              <a:rPr lang="en-US" altLang="ko-KR" b="1" dirty="0" smtClean="0">
                <a:solidFill>
                  <a:schemeClr val="accent2"/>
                </a:solidFill>
              </a:rPr>
              <a:t>.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44" y="2268722"/>
            <a:ext cx="9440862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4576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r>
              <a:rPr lang="ko-KR" altLang="en-US" dirty="0" smtClean="0"/>
              <a:t> 실습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시계 만들기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12" y="1753485"/>
            <a:ext cx="8151407" cy="4657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5952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r>
              <a:rPr lang="ko-KR" altLang="en-US" dirty="0" smtClean="0"/>
              <a:t> 실습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시계 만들기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528" y="1682714"/>
            <a:ext cx="5859462" cy="450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90" y="1682714"/>
            <a:ext cx="441007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342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엘리먼트</a:t>
            </a:r>
            <a:r>
              <a:rPr lang="ko-KR" altLang="en-US" dirty="0" smtClean="0"/>
              <a:t> 실습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시계 만들기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260" y="560830"/>
            <a:ext cx="5783262" cy="592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511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306</Words>
  <Application>Microsoft Office PowerPoint</Application>
  <PresentationFormat>사용자 지정</PresentationFormat>
  <Paragraphs>53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31</cp:revision>
  <dcterms:created xsi:type="dcterms:W3CDTF">2021-11-22T00:19:55Z</dcterms:created>
  <dcterms:modified xsi:type="dcterms:W3CDTF">2023-09-18T04:33:15Z</dcterms:modified>
</cp:coreProperties>
</file>