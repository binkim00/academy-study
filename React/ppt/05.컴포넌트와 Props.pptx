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0" r:id="rId7"/>
    <p:sldId id="264" r:id="rId8"/>
    <p:sldId id="265" r:id="rId9"/>
    <p:sldId id="266" r:id="rId10"/>
    <p:sldId id="272" r:id="rId11"/>
    <p:sldId id="267" r:id="rId12"/>
    <p:sldId id="268" r:id="rId13"/>
    <p:sldId id="273" r:id="rId14"/>
    <p:sldId id="274" r:id="rId15"/>
    <p:sldId id="269" r:id="rId16"/>
    <p:sldId id="270" r:id="rId17"/>
    <p:sldId id="271" r:id="rId18"/>
    <p:sldId id="275" r:id="rId19"/>
    <p:sldId id="276" r:id="rId20"/>
    <p:sldId id="285" r:id="rId21"/>
    <p:sldId id="277" r:id="rId22"/>
    <p:sldId id="286" r:id="rId23"/>
    <p:sldId id="278" r:id="rId24"/>
    <p:sldId id="279" r:id="rId25"/>
    <p:sldId id="288" r:id="rId26"/>
    <p:sldId id="287" r:id="rId27"/>
    <p:sldId id="289" r:id="rId28"/>
    <p:sldId id="290" r:id="rId29"/>
    <p:sldId id="28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컴포넌트 기반</a:t>
            </a:r>
            <a:r>
              <a:rPr lang="en-US" altLang="ko-KR" dirty="0" smtClean="0"/>
              <a:t>(Component Based)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리액트에서는</a:t>
            </a:r>
            <a:r>
              <a:rPr lang="ko-KR" altLang="en-US" dirty="0" smtClean="0"/>
              <a:t> 모든 페이지가 컴포넌트로 구성되어 있음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하나의 컴포넌트는 또 다른 여러 개의 컴포넌트의 조합으로 구성될 수 있음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21"/>
            <a:ext cx="10515600" cy="600684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95" y="712379"/>
            <a:ext cx="5808365" cy="6145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619" y="712379"/>
            <a:ext cx="5836092" cy="609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400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개념적으로 자바스크립트의 함수와 비슷함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92" y="1812075"/>
            <a:ext cx="1004093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846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입력 </a:t>
            </a:r>
            <a:r>
              <a:rPr lang="en-US" altLang="ko-KR" dirty="0" smtClean="0"/>
              <a:t>: props / </a:t>
            </a:r>
            <a:r>
              <a:rPr lang="ko-KR" altLang="en-US" dirty="0" smtClean="0"/>
              <a:t>출력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어떠한 속성들을 입력으로 받아서 그에 맞는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엘리먼트를</a:t>
            </a:r>
            <a:r>
              <a:rPr lang="ko-KR" altLang="en-US" dirty="0" smtClean="0"/>
              <a:t> 생성하여 </a:t>
            </a:r>
            <a:r>
              <a:rPr lang="ko-KR" altLang="en-US" dirty="0" err="1" smtClean="0"/>
              <a:t>리턴해주는</a:t>
            </a:r>
            <a:r>
              <a:rPr lang="ko-KR" altLang="en-US" dirty="0" smtClean="0"/>
              <a:t> 것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62" y="2667663"/>
            <a:ext cx="4565756" cy="402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152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붕어빵틀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엘리먼트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각 붕어빵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2179674"/>
            <a:ext cx="10764838" cy="4359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3782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019"/>
            <a:ext cx="10515600" cy="5974944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Props</a:t>
            </a:r>
          </a:p>
          <a:p>
            <a:pPr marL="0" indent="0">
              <a:buNone/>
            </a:pPr>
            <a:r>
              <a:rPr lang="en-US" altLang="ko-KR" dirty="0" smtClean="0"/>
              <a:t>  - props : prop </a:t>
            </a:r>
            <a:r>
              <a:rPr lang="ko-KR" altLang="en-US" dirty="0" smtClean="0"/>
              <a:t>여러 개</a:t>
            </a:r>
            <a:r>
              <a:rPr lang="en-US" altLang="ko-KR" dirty="0" smtClean="0"/>
              <a:t>, </a:t>
            </a:r>
            <a:r>
              <a:rPr lang="ko-KR" altLang="en-US" b="1" dirty="0" smtClean="0">
                <a:solidFill>
                  <a:schemeClr val="accent2"/>
                </a:solidFill>
              </a:rPr>
              <a:t>컴포넌트에 전달할 다양한 정보를 담고 있는 자바 스크립트 객체</a:t>
            </a:r>
            <a:endParaRPr lang="en-US" altLang="ko-KR" b="1" dirty="0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prop : property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줄임말</a:t>
            </a:r>
            <a:r>
              <a:rPr lang="en-US" altLang="ko-KR" dirty="0" smtClean="0"/>
              <a:t>, </a:t>
            </a:r>
            <a:r>
              <a:rPr lang="ko-KR" altLang="en-US" b="1" dirty="0" err="1" smtClean="0">
                <a:solidFill>
                  <a:schemeClr val="accent2"/>
                </a:solidFill>
              </a:rPr>
              <a:t>리액트</a:t>
            </a:r>
            <a:r>
              <a:rPr lang="ko-KR" altLang="en-US" b="1" dirty="0" smtClean="0">
                <a:solidFill>
                  <a:schemeClr val="accent2"/>
                </a:solidFill>
              </a:rPr>
              <a:t> 컴포넌트의 속성</a:t>
            </a:r>
            <a:endParaRPr lang="en-US" altLang="ko-KR" b="1" dirty="0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ko-KR" altLang="en-US" b="1" dirty="0">
              <a:solidFill>
                <a:schemeClr val="accent2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926" y="2105246"/>
            <a:ext cx="5364038" cy="44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3280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284"/>
            <a:ext cx="10515600" cy="5953679"/>
          </a:xfrm>
        </p:spPr>
        <p:txBody>
          <a:bodyPr>
            <a:normAutofit/>
          </a:bodyPr>
          <a:lstStyle/>
          <a:p>
            <a:r>
              <a:rPr lang="en-US" altLang="ko-KR" dirty="0"/>
              <a:t>Props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컴포넌트와 </a:t>
            </a:r>
            <a:r>
              <a:rPr lang="en-US" altLang="ko-KR" dirty="0" smtClean="0"/>
              <a:t>props </a:t>
            </a:r>
            <a:r>
              <a:rPr lang="ko-KR" altLang="en-US" dirty="0" smtClean="0"/>
              <a:t>실제 사용 예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1190848"/>
            <a:ext cx="11231562" cy="5380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5513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Props</a:t>
            </a:r>
            <a:r>
              <a:rPr lang="ko-KR" altLang="en-US" dirty="0" smtClean="0"/>
              <a:t>의 특징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읽기 전용</a:t>
            </a:r>
            <a:r>
              <a:rPr lang="en-US" altLang="ko-KR" dirty="0" smtClean="0"/>
              <a:t>(Read-Only) -&gt; </a:t>
            </a:r>
            <a:r>
              <a:rPr lang="ko-KR" altLang="en-US" dirty="0" smtClean="0"/>
              <a:t>값을 변경 할 수 없다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다른 </a:t>
            </a:r>
            <a:r>
              <a:rPr lang="en-US" altLang="ko-KR" dirty="0" smtClean="0"/>
              <a:t>props </a:t>
            </a:r>
            <a:r>
              <a:rPr lang="ko-KR" altLang="en-US" dirty="0" smtClean="0"/>
              <a:t>값으로 </a:t>
            </a:r>
            <a:r>
              <a:rPr lang="ko-KR" altLang="en-US" dirty="0" err="1" smtClean="0"/>
              <a:t>엘리먼트를</a:t>
            </a:r>
            <a:r>
              <a:rPr lang="ko-KR" altLang="en-US" dirty="0" smtClean="0"/>
              <a:t> 생성하려면 새로운 값을 컴포넌트에 전달하여 새로 </a:t>
            </a:r>
            <a:r>
              <a:rPr lang="ko-KR" altLang="en-US" dirty="0" err="1" smtClean="0"/>
              <a:t>엘리먼트를</a:t>
            </a:r>
            <a:r>
              <a:rPr lang="ko-KR" altLang="en-US" dirty="0" smtClean="0"/>
              <a:t> 생성하면 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307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자바스크립트 함수의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pure </a:t>
            </a:r>
            <a:r>
              <a:rPr lang="ko-KR" altLang="en-US" dirty="0" smtClean="0"/>
              <a:t>함수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27" y="1785384"/>
            <a:ext cx="10726738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14" y="3788413"/>
            <a:ext cx="3114416" cy="1235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467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자바스크립트 함수의 속성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Impure </a:t>
            </a:r>
            <a:r>
              <a:rPr lang="ko-KR" altLang="en-US" dirty="0" smtClean="0"/>
              <a:t>함수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53" y="1822486"/>
            <a:ext cx="10650538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456" y="3306727"/>
            <a:ext cx="5260753" cy="149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2579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/>
              <a:t>Props</a:t>
            </a:r>
            <a:r>
              <a:rPr lang="ko-KR" altLang="en-US" dirty="0"/>
              <a:t>의 특징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All React components must act like pure functions with respect to their props.</a:t>
            </a:r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모든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컴포넌트는 그들의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에 관해서는 </a:t>
            </a:r>
            <a:r>
              <a:rPr lang="en-US" altLang="ko-KR" dirty="0" smtClean="0"/>
              <a:t>pure</a:t>
            </a:r>
            <a:r>
              <a:rPr lang="ko-KR" altLang="en-US" dirty="0" smtClean="0"/>
              <a:t>함수 같은 역할을 해야 한다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모든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컴포넌트를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를 직접 바꿀 수는 없고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같은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에 대해서는 항상 같은 결과를 보여줄 것</a:t>
            </a:r>
            <a:r>
              <a:rPr lang="en-US" altLang="ko-KR" dirty="0" smtClean="0"/>
              <a:t>!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컴포넌트의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는 바꿀 수 없고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같은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가 들어오면 항상 같은 </a:t>
            </a:r>
            <a:r>
              <a:rPr lang="ko-KR" altLang="en-US" dirty="0" err="1" smtClean="0"/>
              <a:t>엘리먼트를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리턴해야</a:t>
            </a:r>
            <a:r>
              <a:rPr lang="ko-KR" altLang="en-US" dirty="0" smtClean="0"/>
              <a:t>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2632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Props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JSX</a:t>
            </a:r>
            <a:r>
              <a:rPr lang="ko-KR" altLang="en-US" dirty="0" smtClean="0"/>
              <a:t>를 사용하는 경우 키와 값으로 이루어진 키</a:t>
            </a:r>
            <a:r>
              <a:rPr lang="en-US" altLang="ko-KR" dirty="0" smtClean="0"/>
              <a:t>-</a:t>
            </a:r>
            <a:r>
              <a:rPr lang="ko-KR" altLang="en-US" dirty="0" smtClean="0"/>
              <a:t>값 쌍의 형태로 </a:t>
            </a:r>
            <a:r>
              <a:rPr lang="en-US" altLang="ko-KR" dirty="0" smtClean="0"/>
              <a:t>props </a:t>
            </a:r>
            <a:r>
              <a:rPr lang="ko-KR" altLang="en-US" dirty="0" smtClean="0"/>
              <a:t>사용</a:t>
            </a:r>
            <a:endParaRPr lang="ko-KR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4390"/>
            <a:ext cx="6783388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373" y="5193340"/>
            <a:ext cx="5600700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오른쪽 화살표 1"/>
          <p:cNvSpPr/>
          <p:nvPr/>
        </p:nvSpPr>
        <p:spPr>
          <a:xfrm rot="2007540">
            <a:off x="5422605" y="5475767"/>
            <a:ext cx="850604" cy="7017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993" y="5212390"/>
            <a:ext cx="5324475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16777"/>
            <a:ext cx="6666614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8786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Props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문자열 이외에 정수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다른 컴포넌트 등이 들어갈 경우에 중괄호를 사용해서 감싸주어야 함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61" y="2151432"/>
            <a:ext cx="6726238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61" y="2151432"/>
            <a:ext cx="6811962" cy="43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071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Props 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JSX</a:t>
            </a:r>
            <a:r>
              <a:rPr lang="ko-KR" altLang="en-US" dirty="0" smtClean="0"/>
              <a:t>를 사용하지 않는 경우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React.createElement</a:t>
            </a:r>
            <a:r>
              <a:rPr lang="en-US" altLang="ko-KR" dirty="0" smtClean="0"/>
              <a:t>()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21" y="3586387"/>
            <a:ext cx="6497638" cy="298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21" y="1790700"/>
            <a:ext cx="3152775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21" y="1742853"/>
            <a:ext cx="3152775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21" y="3591260"/>
            <a:ext cx="6497638" cy="3117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66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51"/>
            <a:ext cx="10515600" cy="596431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 만들</a:t>
            </a:r>
            <a:r>
              <a:rPr lang="ko-KR" altLang="en-US" dirty="0"/>
              <a:t>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컴포넌트 종류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초기 버전에서는 클래스 컴포넌트를 주로 사용했으나 사용하기 불편하다는 의견이 많이 나와 이후에는 함수 컴포넌트를 개선해서 주로 사용</a:t>
            </a:r>
            <a:endParaRPr lang="ko-KR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664" y="2437515"/>
            <a:ext cx="8164512" cy="4314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201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함수 컴포넌트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971" y="1320098"/>
            <a:ext cx="10602912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528" y="2705984"/>
            <a:ext cx="5408169" cy="1217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7226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클래스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자바스크립트 </a:t>
            </a:r>
            <a:r>
              <a:rPr lang="en-US" altLang="ko-KR" dirty="0" smtClean="0"/>
              <a:t>ES6</a:t>
            </a:r>
            <a:r>
              <a:rPr lang="ko-KR" altLang="en-US" dirty="0" smtClean="0"/>
              <a:t>의 클래스를 사용해서 만들어진 형태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React.Component</a:t>
            </a:r>
            <a:r>
              <a:rPr lang="ko-KR" altLang="en-US" dirty="0" smtClean="0"/>
              <a:t>를 상속받음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2481928"/>
            <a:ext cx="10583862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22" y="4053331"/>
            <a:ext cx="6887904" cy="1815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7921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컴포넌트의 이름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항상 대문자로 시작해야 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51" y="1698994"/>
            <a:ext cx="10764838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25" y="3277929"/>
            <a:ext cx="4441996" cy="581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25" y="5839488"/>
            <a:ext cx="6687485" cy="635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6565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 </a:t>
            </a:r>
            <a:r>
              <a:rPr lang="ko-KR" altLang="en-US" dirty="0" err="1" smtClean="0"/>
              <a:t>렌더링</a:t>
            </a:r>
            <a:endParaRPr lang="ko-KR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235577"/>
            <a:ext cx="10641012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83" y="2831361"/>
            <a:ext cx="4441996" cy="581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92" y="5456716"/>
            <a:ext cx="6687485" cy="635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7243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 </a:t>
            </a:r>
            <a:r>
              <a:rPr lang="ko-KR" altLang="en-US" dirty="0" err="1" smtClean="0"/>
              <a:t>렌더링</a:t>
            </a:r>
            <a:endParaRPr lang="ko-KR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" y="1716383"/>
            <a:ext cx="6021388" cy="317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671" y="800211"/>
            <a:ext cx="6278562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671" y="2275367"/>
            <a:ext cx="6278562" cy="3144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6464595" y="2658140"/>
            <a:ext cx="5326912" cy="372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" y="1716382"/>
            <a:ext cx="5742265" cy="317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직사각형 12"/>
          <p:cNvSpPr/>
          <p:nvPr/>
        </p:nvSpPr>
        <p:spPr>
          <a:xfrm>
            <a:off x="75406" y="3491411"/>
            <a:ext cx="5326912" cy="10274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683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 합성</a:t>
            </a:r>
            <a:r>
              <a:rPr lang="en-US" altLang="ko-KR" dirty="0" smtClean="0"/>
              <a:t>(Composing components)</a:t>
            </a:r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여러 개의 컴포넌트를 합쳐서 하나의 컴포넌트를 만드는 것</a:t>
            </a:r>
            <a:endParaRPr lang="ko-KR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393" y="1732664"/>
            <a:ext cx="5057775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393" y="1732664"/>
            <a:ext cx="5057775" cy="5125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849526" y="3700131"/>
            <a:ext cx="3370521" cy="8399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722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 합성</a:t>
            </a:r>
            <a:r>
              <a:rPr lang="en-US" altLang="ko-KR" dirty="0" smtClean="0"/>
              <a:t>(Composing components)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00" y="1212112"/>
            <a:ext cx="6307138" cy="5465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5258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51"/>
            <a:ext cx="10515600" cy="596431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컴포넌트 추출</a:t>
            </a:r>
            <a:r>
              <a:rPr lang="en-US" altLang="ko-KR" dirty="0" smtClean="0"/>
              <a:t>(Extracting components)</a:t>
            </a:r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sz="2400" dirty="0" smtClean="0"/>
              <a:t>큰 컴포넌트에서 일부를 추출해서 새로운 컴포넌트를 만든다는 뜻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컴포넌트 </a:t>
            </a:r>
            <a:r>
              <a:rPr lang="ko-KR" altLang="en-US" dirty="0" err="1" smtClean="0"/>
              <a:t>재사용성</a:t>
            </a:r>
            <a:r>
              <a:rPr lang="ko-KR" altLang="en-US" dirty="0" smtClean="0"/>
              <a:t> 향상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개발 속도 향상</a:t>
            </a:r>
            <a:endParaRPr lang="ko-KR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00" y="1690576"/>
            <a:ext cx="10907712" cy="494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04" y="2115880"/>
            <a:ext cx="5591396" cy="4742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381" y="2895821"/>
            <a:ext cx="4033431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5507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컴포넌트 추출</a:t>
            </a:r>
            <a:r>
              <a:rPr lang="en-US" altLang="ko-KR" dirty="0"/>
              <a:t>(Extracting components)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Avatar </a:t>
            </a:r>
            <a:r>
              <a:rPr lang="ko-KR" altLang="en-US" dirty="0" smtClean="0"/>
              <a:t>추출</a:t>
            </a:r>
            <a:endParaRPr lang="ko-KR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42" y="1714500"/>
            <a:ext cx="520065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546" y="1694230"/>
            <a:ext cx="5859462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546" y="4414480"/>
            <a:ext cx="5859462" cy="2443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5497033" y="2775098"/>
            <a:ext cx="489097" cy="5954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42" y="1714500"/>
            <a:ext cx="520065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1733107" y="2652823"/>
            <a:ext cx="3476847" cy="8399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546" y="1714500"/>
            <a:ext cx="5859462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아래쪽 화살표 11"/>
          <p:cNvSpPr/>
          <p:nvPr/>
        </p:nvSpPr>
        <p:spPr>
          <a:xfrm>
            <a:off x="8495415" y="3864575"/>
            <a:ext cx="850604" cy="4804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3546" y="4414480"/>
            <a:ext cx="5859462" cy="2443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직사각형 14"/>
          <p:cNvSpPr/>
          <p:nvPr/>
        </p:nvSpPr>
        <p:spPr>
          <a:xfrm>
            <a:off x="7154134" y="5066611"/>
            <a:ext cx="4745275" cy="419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207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컴포넌트 추출</a:t>
            </a:r>
            <a:r>
              <a:rPr lang="en-US" altLang="ko-KR" dirty="0"/>
              <a:t>(Extracting components)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 smtClean="0"/>
              <a:t>UserInfo</a:t>
            </a:r>
            <a:r>
              <a:rPr lang="ko-KR" altLang="en-US" dirty="0" smtClean="0"/>
              <a:t>추출</a:t>
            </a:r>
            <a:endParaRPr lang="ko-KR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35" y="1721575"/>
            <a:ext cx="5629275" cy="490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35" y="1721575"/>
            <a:ext cx="6164262" cy="513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3289773" y="2498650"/>
            <a:ext cx="4753105" cy="15948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8293409" y="2998380"/>
            <a:ext cx="489097" cy="5954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598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컴포넌트 추출</a:t>
            </a:r>
            <a:r>
              <a:rPr lang="en-US" altLang="ko-KR" dirty="0"/>
              <a:t>(Extracting components)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 smtClean="0"/>
              <a:t>UserInfo</a:t>
            </a:r>
            <a:r>
              <a:rPr lang="ko-KR" altLang="en-US" dirty="0" smtClean="0"/>
              <a:t>추출</a:t>
            </a:r>
            <a:endParaRPr lang="ko-KR" altLang="en-US" dirty="0"/>
          </a:p>
        </p:txBody>
      </p:sp>
      <p:sp>
        <p:nvSpPr>
          <p:cNvPr id="2" name="오른쪽 화살표 1"/>
          <p:cNvSpPr/>
          <p:nvPr/>
        </p:nvSpPr>
        <p:spPr>
          <a:xfrm>
            <a:off x="1121274" y="2775098"/>
            <a:ext cx="489097" cy="5954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752" y="1800225"/>
            <a:ext cx="6773862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오른쪽 화살표 9"/>
          <p:cNvSpPr/>
          <p:nvPr/>
        </p:nvSpPr>
        <p:spPr>
          <a:xfrm>
            <a:off x="9482009" y="2775097"/>
            <a:ext cx="489097" cy="5954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752" y="1800225"/>
            <a:ext cx="6773862" cy="325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9719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컴포넌트 추출</a:t>
            </a:r>
            <a:r>
              <a:rPr lang="en-US" altLang="ko-KR" dirty="0"/>
              <a:t>(Extracting components)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en-US" altLang="ko-KR" dirty="0" err="1" smtClean="0"/>
              <a:t>UserInfo</a:t>
            </a:r>
            <a:r>
              <a:rPr lang="ko-KR" altLang="en-US" dirty="0" smtClean="0"/>
              <a:t>추출</a:t>
            </a:r>
            <a:endParaRPr lang="ko-KR" altLang="en-US" dirty="0"/>
          </a:p>
        </p:txBody>
      </p:sp>
      <p:sp>
        <p:nvSpPr>
          <p:cNvPr id="2" name="오른쪽 화살표 1"/>
          <p:cNvSpPr/>
          <p:nvPr/>
        </p:nvSpPr>
        <p:spPr>
          <a:xfrm>
            <a:off x="1121274" y="2775098"/>
            <a:ext cx="489097" cy="5954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591" y="1912088"/>
            <a:ext cx="6869112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591" y="1912088"/>
            <a:ext cx="6869112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3815510" y="2862817"/>
            <a:ext cx="4881923" cy="337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539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컴포넌트 추출</a:t>
            </a:r>
            <a:r>
              <a:rPr lang="en-US" altLang="ko-KR" dirty="0"/>
              <a:t>(Extracting components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재사용 가능한 컴포넌트를 많이 가지고 있을수록 개발속도가 빨라짐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5392" y="1862470"/>
            <a:ext cx="63071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707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88" y="1339814"/>
            <a:ext cx="4957623" cy="360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883" y="1339814"/>
            <a:ext cx="5550564" cy="527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88" y="2011216"/>
            <a:ext cx="4964631" cy="3039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499" y="2262077"/>
            <a:ext cx="5061947" cy="4354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5905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19" y="1348674"/>
            <a:ext cx="5764212" cy="454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541" y="1454113"/>
            <a:ext cx="5667375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19" y="1857838"/>
            <a:ext cx="5764212" cy="4659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541" y="1857838"/>
            <a:ext cx="5667375" cy="4659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6601240" y="3535325"/>
            <a:ext cx="3776137" cy="260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6601240" y="3948223"/>
            <a:ext cx="4892555" cy="1293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863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 </a:t>
            </a:r>
            <a:r>
              <a:rPr lang="ko-KR" altLang="en-US" dirty="0" smtClean="0"/>
              <a:t>적용</a:t>
            </a:r>
            <a:endParaRPr lang="ko-KR" alt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3" y="1286540"/>
            <a:ext cx="6088062" cy="5411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763" y="1726536"/>
            <a:ext cx="2954632" cy="497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40326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1148316"/>
            <a:ext cx="7678738" cy="553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074" y="3689498"/>
            <a:ext cx="6957126" cy="2854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7993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222744"/>
            <a:ext cx="12003088" cy="482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7963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props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613" y="1297172"/>
            <a:ext cx="7583488" cy="5560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070" y="3859619"/>
            <a:ext cx="7123814" cy="2998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6783571" y="5768161"/>
            <a:ext cx="1339703" cy="4306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608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1482689"/>
            <a:ext cx="11955462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5131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430" y="1284767"/>
            <a:ext cx="54864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32" y="4133850"/>
            <a:ext cx="11945938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430" y="1783944"/>
            <a:ext cx="5486400" cy="2320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1763427" y="2673200"/>
            <a:ext cx="4674404" cy="6760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886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컴포넌트 데이터를 별도의 객체로 분리하기</a:t>
            </a:r>
            <a:endParaRPr lang="ko-KR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153" y="1679944"/>
            <a:ext cx="6078538" cy="5103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715" y="2081283"/>
            <a:ext cx="6001414" cy="470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572040" y="2502195"/>
            <a:ext cx="3776137" cy="21973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295054" y="5096539"/>
            <a:ext cx="5048075" cy="11554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393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댓글</a:t>
            </a:r>
            <a:r>
              <a:rPr lang="ko-KR" altLang="en-US" dirty="0" smtClean="0"/>
              <a:t> 컴포넌트 만들기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실습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471612"/>
            <a:ext cx="11945938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650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533</Words>
  <Application>Microsoft Office PowerPoint</Application>
  <PresentationFormat>사용자 지정</PresentationFormat>
  <Paragraphs>88</Paragraphs>
  <Slides>38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39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40</cp:revision>
  <dcterms:created xsi:type="dcterms:W3CDTF">2021-11-22T00:19:55Z</dcterms:created>
  <dcterms:modified xsi:type="dcterms:W3CDTF">2023-09-19T01:09:20Z</dcterms:modified>
</cp:coreProperties>
</file>