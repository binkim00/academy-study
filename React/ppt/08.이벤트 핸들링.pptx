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83" r:id="rId3"/>
    <p:sldId id="284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94" d="100"/>
          <a:sy n="94" d="100"/>
        </p:scale>
        <p:origin x="68" y="6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9A6BE8-D63F-43C0-8B97-0BE37FDE17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1C0C094-B15B-453C-B6A3-09EEC8A6E8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BB760D-E26A-467D-9365-55D240F43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444707-CAC0-4EFB-A854-2E92FE065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C166D2-3135-483C-9688-D01DD9B79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7838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6D6470-211B-4AC3-8C3B-188EDFF6E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485A72C-3B01-4F39-97FA-41322B587E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B5498B-AA24-4AC0-B91C-5C1226768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304BF5-5106-46FE-9EE1-D19942EBC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311D062-1C27-46CD-82D5-D649894AA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8774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A276F9-5E0A-4D69-A3A4-208EB4ED7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337E2AA-550D-43FD-8353-52281D4C5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27FBEB-BB75-4A8C-8B5E-0ED1A059F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AE6CDE0-4437-42ED-99D3-1528379CC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07215FD-700A-42E3-8EDA-7C13D2D6A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938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1E346D-F4AA-4B30-A337-F73B47FC5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6ABD12-5862-475B-A9A9-4EE2FC5A07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AD057DD-9E2D-440D-B8CD-D937F2F997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C7F0BF1-686A-44E6-8FDA-4AC2E4E34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01127E3-759B-4351-86B9-1E195A8D0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89D6B59-7655-4387-9899-FDEF34386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4679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32A130-38FE-485E-A301-E045A31F1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107B87A-F351-4435-87AF-3AF4A00F6E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4C6BEE2-7C1B-497A-9DA7-66140B995E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C3CE3FA-C122-4BD4-BFED-AEA346C183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3BF6E0E-0DD2-43D7-AE74-9F5F6BDAE2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AA4C220-3FD5-4319-85F2-274FE632A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8D094F7-1547-4FBC-968A-3E5CF3999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0B01B89-5FAB-4936-8CB0-61343F1D5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3181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7668A9-4B07-497F-9217-321C8DFDD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B488FBF-1050-4772-B12B-C04CEDF0C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C122A13-FEEE-47D0-A186-D1E77FC56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564A41D-3B93-4F2B-8156-E57FC85F6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1888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EF98244-C639-4716-9B51-522831DA8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54BE864-3B7E-425C-BDC9-1460FE76F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68912EC-805B-470A-8B76-A83FE1566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980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3C5F7D-5784-4BE5-8E40-7AB028E4C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4DF990-6B28-4005-991A-D48F14E9F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85DF4BA-63C0-42FB-832E-CBDBB6622E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57FBB10-81FC-4FF8-BB8D-510083932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E80C800-F591-4D28-82A2-1F56B7459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31A0135-7240-4811-AF1D-E0BD4F641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859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3EAD16-0BDA-47A2-8B7F-A9348A875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53D6283-8E48-47D8-82B1-70DE5ED10B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C3294C-93BD-4050-90F2-CBD773C3F5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35A561D-75D1-42EE-896F-C21DD79C2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930ECE1-FF9B-450E-BCC5-E30DC31CC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7BB0B7D-08DC-4BAE-A0BB-565BFCD24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9008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311CAC-A028-4151-9F58-D79987133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C51099-9805-46D2-98EC-923141D912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32A18C-9B41-4DDC-9AF9-98937DEF6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5BB4429-9B3B-4A2C-8D9D-33815101E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282812D-0BC0-4C48-B09D-BCF679882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7727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D7C8B99-8082-48CF-B2A4-D9AE06DD74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6CA3240-2BDC-484F-815E-8A5B8C340A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DC532F-F844-4D54-8640-7AA023B86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910337-3084-481A-834E-A19A44D13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59BA81-FD14-43C8-9C3C-86D27C227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3985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EC42348-4F9A-45D1-BC47-8A8A81D9E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8FDE544-CFD4-444E-97CC-B621300A8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EF1DE2-C500-413A-A81D-46FDB6B64D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394D98-7C63-42B1-B106-5CEA29882C5A}" type="datetimeFigureOut">
              <a:rPr lang="ko-KR" altLang="en-US" smtClean="0"/>
              <a:t>2023-09-22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87FC64-3910-41B6-986E-F29779B8BF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AC8CD0-8E6F-4641-A5C5-B6CCA9E25E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4202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 fontScale="92500" lnSpcReduction="10000"/>
          </a:bodyPr>
          <a:lstStyle/>
          <a:p>
            <a:r>
              <a:rPr lang="ko-KR" altLang="en-US" dirty="0"/>
              <a:t>이벤트 처리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- DOM</a:t>
            </a:r>
            <a:r>
              <a:rPr lang="ko-KR" altLang="en-US" dirty="0"/>
              <a:t>의 이벤트 처리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 -&gt; </a:t>
            </a:r>
            <a:r>
              <a:rPr lang="ko-KR" altLang="en-US" dirty="0"/>
              <a:t>이벤트 이름 </a:t>
            </a:r>
            <a:r>
              <a:rPr lang="en-US" altLang="ko-KR" dirty="0"/>
              <a:t>: onclick</a:t>
            </a:r>
          </a:p>
          <a:p>
            <a:pPr marL="0" indent="0">
              <a:buNone/>
            </a:pPr>
            <a:r>
              <a:rPr lang="en-US" altLang="ko-KR" dirty="0"/>
              <a:t>     -&gt; </a:t>
            </a:r>
            <a:r>
              <a:rPr lang="ko-KR" altLang="en-US" dirty="0"/>
              <a:t>이벤트 처리 함수 </a:t>
            </a:r>
            <a:r>
              <a:rPr lang="en-US" altLang="ko-KR" dirty="0"/>
              <a:t>: </a:t>
            </a:r>
            <a:r>
              <a:rPr lang="ko-KR" altLang="en-US" dirty="0"/>
              <a:t>문자열로 전달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- </a:t>
            </a:r>
            <a:r>
              <a:rPr lang="ko-KR" altLang="en-US" dirty="0" err="1"/>
              <a:t>리액트의</a:t>
            </a:r>
            <a:r>
              <a:rPr lang="ko-KR" altLang="en-US" dirty="0"/>
              <a:t> 이벤트 처리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 -&gt; </a:t>
            </a:r>
            <a:r>
              <a:rPr lang="ko-KR" altLang="en-US" dirty="0"/>
              <a:t>이벤트 이름 </a:t>
            </a:r>
            <a:r>
              <a:rPr lang="en-US" altLang="ko-KR" dirty="0"/>
              <a:t>: </a:t>
            </a:r>
            <a:r>
              <a:rPr lang="en-US" altLang="ko-KR" dirty="0" err="1"/>
              <a:t>onClick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 -&gt; </a:t>
            </a:r>
            <a:r>
              <a:rPr lang="ko-KR" altLang="en-US" dirty="0"/>
              <a:t>이벤트 처리 함수 </a:t>
            </a:r>
            <a:r>
              <a:rPr lang="en-US" altLang="ko-KR" dirty="0"/>
              <a:t>: </a:t>
            </a:r>
            <a:r>
              <a:rPr lang="ko-KR" altLang="en-US" dirty="0"/>
              <a:t>함수 이름 그대로 전달</a:t>
            </a:r>
            <a:r>
              <a:rPr lang="en-US" altLang="ko-KR" dirty="0"/>
              <a:t>     </a:t>
            </a:r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F066798-6A3A-03E8-C34B-E9389E70FD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758" y="1517483"/>
            <a:ext cx="3334215" cy="92405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A1DA0CF-0D1B-42FA-04C5-34D8E933F5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9074" y="4206538"/>
            <a:ext cx="3219899" cy="866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819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4800"/>
            <a:ext cx="10515600" cy="5872163"/>
          </a:xfrm>
        </p:spPr>
        <p:txBody>
          <a:bodyPr>
            <a:normAutofit/>
          </a:bodyPr>
          <a:lstStyle/>
          <a:p>
            <a:r>
              <a:rPr lang="ko-KR" altLang="en-US" dirty="0"/>
              <a:t>이벤트 처리 함수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- </a:t>
            </a:r>
            <a:r>
              <a:rPr lang="ko-KR" altLang="en-US" dirty="0"/>
              <a:t>이벤트 </a:t>
            </a:r>
            <a:r>
              <a:rPr lang="ko-KR" altLang="en-US" dirty="0" err="1"/>
              <a:t>핸들러</a:t>
            </a:r>
            <a:r>
              <a:rPr lang="en-US" altLang="ko-KR" dirty="0"/>
              <a:t>(Event Handler) </a:t>
            </a:r>
            <a:r>
              <a:rPr lang="ko-KR" altLang="en-US" dirty="0"/>
              <a:t>또는 이벤트 </a:t>
            </a:r>
            <a:r>
              <a:rPr lang="ko-KR" altLang="en-US" dirty="0" err="1"/>
              <a:t>리스너</a:t>
            </a:r>
            <a:r>
              <a:rPr lang="en-US" altLang="ko-KR" dirty="0"/>
              <a:t>(Event Listener) </a:t>
            </a:r>
            <a:r>
              <a:rPr lang="ko-KR" altLang="en-US" dirty="0"/>
              <a:t>라고 함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- </a:t>
            </a:r>
            <a:r>
              <a:rPr lang="ko-KR" altLang="en-US" dirty="0"/>
              <a:t>함수 컴포넌트에서의 이벤트 처리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 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0A297CC-EBCD-60F9-E5D7-A9ABD69701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355" y="2187742"/>
            <a:ext cx="6318940" cy="4511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748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840"/>
            <a:ext cx="10515600" cy="5933123"/>
          </a:xfrm>
        </p:spPr>
        <p:txBody>
          <a:bodyPr>
            <a:normAutofit/>
          </a:bodyPr>
          <a:lstStyle/>
          <a:p>
            <a:r>
              <a:rPr lang="en-US" altLang="ko-KR" dirty="0"/>
              <a:t>Arguments </a:t>
            </a:r>
            <a:r>
              <a:rPr lang="ko-KR" altLang="en-US" dirty="0"/>
              <a:t>전달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- Argument</a:t>
            </a:r>
          </a:p>
          <a:p>
            <a:pPr marL="0" indent="0">
              <a:buNone/>
            </a:pPr>
            <a:r>
              <a:rPr lang="en-US" altLang="ko-KR" dirty="0"/>
              <a:t>    -&gt; </a:t>
            </a:r>
            <a:r>
              <a:rPr lang="ko-KR" altLang="en-US" dirty="0"/>
              <a:t>영어로는 주장</a:t>
            </a:r>
            <a:r>
              <a:rPr lang="en-US" altLang="ko-KR" dirty="0"/>
              <a:t>, </a:t>
            </a:r>
            <a:r>
              <a:rPr lang="ko-KR" altLang="en-US" dirty="0"/>
              <a:t>논쟁</a:t>
            </a:r>
            <a:r>
              <a:rPr lang="en-US" altLang="ko-KR" dirty="0"/>
              <a:t>, </a:t>
            </a:r>
            <a:r>
              <a:rPr lang="ko-KR" altLang="en-US" dirty="0"/>
              <a:t>말다툼이라는 뜻을 가짐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-&gt; </a:t>
            </a:r>
            <a:r>
              <a:rPr lang="ko-KR" altLang="en-US" dirty="0"/>
              <a:t>주장</a:t>
            </a:r>
            <a:r>
              <a:rPr lang="en-US" altLang="ko-KR" dirty="0"/>
              <a:t>, </a:t>
            </a:r>
            <a:r>
              <a:rPr lang="ko-KR" altLang="en-US" dirty="0"/>
              <a:t>함수에 주장할 내용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-&gt; </a:t>
            </a:r>
            <a:r>
              <a:rPr lang="ko-KR" altLang="en-US" dirty="0"/>
              <a:t>함수에 전달한 데이터를 의미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-&gt; </a:t>
            </a:r>
            <a:r>
              <a:rPr lang="ko-KR" altLang="en-US" dirty="0"/>
              <a:t>파라미터</a:t>
            </a:r>
            <a:r>
              <a:rPr lang="en-US" altLang="ko-KR" dirty="0"/>
              <a:t>(Parameter) </a:t>
            </a:r>
            <a:r>
              <a:rPr lang="ko-KR" altLang="en-US" dirty="0"/>
              <a:t>또는 매개변수라고도 부름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-&gt; </a:t>
            </a:r>
            <a:r>
              <a:rPr lang="ko-KR" altLang="en-US" dirty="0"/>
              <a:t>매개변수의 순서는 원하는 대로 변경해도 상관없음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6CE6067-DB5D-4D61-369F-08787309C1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197" y="3784846"/>
            <a:ext cx="9078592" cy="2553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6485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587</TotalTime>
  <Words>116</Words>
  <Application>Microsoft Office PowerPoint</Application>
  <PresentationFormat>와이드스크린</PresentationFormat>
  <Paragraphs>24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최 원호</dc:creator>
  <cp:lastModifiedBy>원호 최</cp:lastModifiedBy>
  <cp:revision>37</cp:revision>
  <dcterms:created xsi:type="dcterms:W3CDTF">2021-11-22T00:19:55Z</dcterms:created>
  <dcterms:modified xsi:type="dcterms:W3CDTF">2023-09-21T18:49:36Z</dcterms:modified>
</cp:coreProperties>
</file>