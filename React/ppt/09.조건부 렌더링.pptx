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59" r:id="rId4"/>
    <p:sldId id="260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68" y="6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조건부 렌더링</a:t>
            </a:r>
            <a:r>
              <a:rPr lang="en-US" altLang="ko-KR" dirty="0"/>
              <a:t>(Conditional Rendering)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어떠한 조건에 따라서 렌더링이 달라지는 것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조건문의 결과는 </a:t>
            </a:r>
            <a:r>
              <a:rPr lang="en-US" altLang="ko-KR" dirty="0"/>
              <a:t>true </a:t>
            </a:r>
            <a:r>
              <a:rPr lang="ko-KR" altLang="en-US" dirty="0"/>
              <a:t>아니면 </a:t>
            </a:r>
            <a:r>
              <a:rPr lang="en-US" altLang="ko-KR" dirty="0"/>
              <a:t>false</a:t>
            </a:r>
          </a:p>
          <a:p>
            <a:pPr marL="0" indent="0">
              <a:buNone/>
            </a:pPr>
            <a:r>
              <a:rPr lang="ko-KR" altLang="en-US" dirty="0"/>
              <a:t>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EDA6DA-D199-5597-7558-81A1645ED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650" y="2341908"/>
            <a:ext cx="5106113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자바스크립트의 </a:t>
            </a:r>
            <a:r>
              <a:rPr lang="en-US" altLang="ko-KR" dirty="0"/>
              <a:t>Truthy</a:t>
            </a:r>
            <a:r>
              <a:rPr lang="ko-KR" altLang="en-US" dirty="0"/>
              <a:t>와 </a:t>
            </a:r>
            <a:r>
              <a:rPr lang="en-US" altLang="ko-KR" dirty="0" err="1"/>
              <a:t>Falsy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Truthy : true</a:t>
            </a:r>
            <a:r>
              <a:rPr lang="ko-KR" altLang="en-US" dirty="0"/>
              <a:t>는 아니지만 </a:t>
            </a:r>
            <a:r>
              <a:rPr lang="en-US" altLang="ko-KR" dirty="0"/>
              <a:t>true</a:t>
            </a:r>
            <a:r>
              <a:rPr lang="ko-KR" altLang="en-US" dirty="0"/>
              <a:t>로 여겨지는 값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en-US" altLang="ko-KR" dirty="0" err="1"/>
              <a:t>Falsy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false</a:t>
            </a:r>
            <a:r>
              <a:rPr lang="ko-KR" altLang="en-US" dirty="0"/>
              <a:t>는 아니지만 </a:t>
            </a:r>
            <a:r>
              <a:rPr lang="en-US" altLang="ko-KR" dirty="0"/>
              <a:t>false</a:t>
            </a:r>
            <a:r>
              <a:rPr lang="ko-KR" altLang="en-US" dirty="0"/>
              <a:t>로 여겨지는 값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035407-E02B-2479-BC24-88FD486D7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909" y="2377786"/>
            <a:ext cx="3924848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6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00"/>
            <a:ext cx="10515600" cy="5973763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엘리먼트</a:t>
            </a:r>
            <a:r>
              <a:rPr lang="ko-KR" altLang="en-US" dirty="0"/>
              <a:t> 변수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렌더링해야 될 컴포넌트를 변수처럼 다루고 싶을 때 사용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4A90E2-921A-84F8-CA46-D96E7B310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19" y="1217401"/>
            <a:ext cx="4770074" cy="29414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AF6EE65-6A8F-EDD6-EDB4-AE0EDF71A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959" y="1277671"/>
            <a:ext cx="6754921" cy="544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27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인라인 조건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인라인</a:t>
            </a:r>
            <a:r>
              <a:rPr lang="en-US" altLang="ko-KR" dirty="0"/>
              <a:t>(Inline) : </a:t>
            </a:r>
            <a:r>
              <a:rPr lang="ko-KR" altLang="en-US" dirty="0"/>
              <a:t>코드를 별도 분리된 곳에 작성하지 않고 필요한 곳 안에 직접 넣는다는 뜻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인라인 조건 </a:t>
            </a:r>
            <a:r>
              <a:rPr lang="en-US" altLang="ko-KR" dirty="0"/>
              <a:t>: </a:t>
            </a:r>
            <a:r>
              <a:rPr lang="ko-KR" altLang="en-US" dirty="0"/>
              <a:t>조건문을 코드 안에 집어넣는 것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인라인 </a:t>
            </a:r>
            <a:r>
              <a:rPr lang="en-US" altLang="ko-KR" dirty="0"/>
              <a:t>If</a:t>
            </a:r>
          </a:p>
          <a:p>
            <a:pPr marL="0" indent="0">
              <a:buNone/>
            </a:pPr>
            <a:r>
              <a:rPr lang="en-US" altLang="ko-KR" dirty="0"/>
              <a:t>  - if</a:t>
            </a:r>
            <a:r>
              <a:rPr lang="ko-KR" altLang="en-US" dirty="0"/>
              <a:t>문을 필요한 곳에 직접 집어 넣어서 사용하는 방법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AND </a:t>
            </a:r>
            <a:r>
              <a:rPr lang="ko-KR" altLang="en-US" dirty="0"/>
              <a:t>연산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&amp;&amp;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68591F-7071-1EE4-4A2C-02BD3A4C4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669" y="4590311"/>
            <a:ext cx="6081037" cy="183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32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인라인 </a:t>
            </a:r>
            <a:r>
              <a:rPr lang="en-US" altLang="ko-KR" dirty="0"/>
              <a:t>If</a:t>
            </a:r>
          </a:p>
          <a:p>
            <a:pPr marL="0" indent="0">
              <a:buNone/>
            </a:pPr>
            <a:r>
              <a:rPr lang="en-US" altLang="ko-KR" dirty="0"/>
              <a:t>  - (</a:t>
            </a:r>
            <a:r>
              <a:rPr lang="en-US" altLang="ko-KR" dirty="0" err="1"/>
              <a:t>unreadMessages.length</a:t>
            </a:r>
            <a:r>
              <a:rPr lang="en-US" altLang="ko-KR" dirty="0"/>
              <a:t> &gt; 0) </a:t>
            </a:r>
            <a:r>
              <a:rPr lang="ko-KR" altLang="en-US" dirty="0"/>
              <a:t>조건에 따라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해당 조건이 </a:t>
            </a:r>
            <a:r>
              <a:rPr lang="en-US" altLang="ko-KR" dirty="0"/>
              <a:t>true</a:t>
            </a:r>
            <a:r>
              <a:rPr lang="ko-KR" altLang="en-US" dirty="0"/>
              <a:t>이면 </a:t>
            </a:r>
            <a:r>
              <a:rPr lang="en-US" altLang="ko-KR" dirty="0"/>
              <a:t>&lt;h2&gt;</a:t>
            </a:r>
            <a:r>
              <a:rPr lang="ko-KR" altLang="en-US" dirty="0"/>
              <a:t>태그 결과가 출력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          false</a:t>
            </a:r>
            <a:r>
              <a:rPr lang="ko-KR" altLang="en-US" dirty="0"/>
              <a:t>이면 </a:t>
            </a:r>
            <a:r>
              <a:rPr lang="en-US" altLang="ko-KR" dirty="0"/>
              <a:t>false</a:t>
            </a:r>
            <a:r>
              <a:rPr lang="ko-KR" altLang="en-US" dirty="0"/>
              <a:t>가 결과값이 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45FA57-2084-02B6-5A19-B7B98D0F2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91" y="2687261"/>
            <a:ext cx="9259592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61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인라인 </a:t>
            </a:r>
            <a:r>
              <a:rPr lang="en-US" altLang="ko-KR" dirty="0"/>
              <a:t>If</a:t>
            </a:r>
          </a:p>
          <a:p>
            <a:pPr marL="0" indent="0">
              <a:buNone/>
            </a:pPr>
            <a:r>
              <a:rPr lang="en-US" altLang="ko-KR" dirty="0"/>
              <a:t>  - &amp;&amp; </a:t>
            </a:r>
            <a:r>
              <a:rPr lang="ko-KR" altLang="en-US" dirty="0"/>
              <a:t>연산자 사용시 조건문에</a:t>
            </a:r>
            <a:r>
              <a:rPr lang="en-US" altLang="ko-KR" dirty="0"/>
              <a:t> </a:t>
            </a:r>
            <a:r>
              <a:rPr lang="en-US" altLang="ko-KR" dirty="0" err="1"/>
              <a:t>Falsy</a:t>
            </a:r>
            <a:r>
              <a:rPr lang="en-US" altLang="ko-KR" dirty="0"/>
              <a:t> expression</a:t>
            </a:r>
            <a:r>
              <a:rPr lang="ko-KR" altLang="en-US" dirty="0"/>
              <a:t>을 사용하면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뒤에 나오는 </a:t>
            </a:r>
            <a:r>
              <a:rPr lang="en-US" altLang="ko-KR" dirty="0"/>
              <a:t>expression</a:t>
            </a:r>
            <a:r>
              <a:rPr lang="ko-KR" altLang="en-US" dirty="0"/>
              <a:t>은 평가되지 않지만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sz="2400" dirty="0" err="1"/>
              <a:t>Falsy</a:t>
            </a:r>
            <a:r>
              <a:rPr lang="en-US" altLang="ko-KR" sz="2400" dirty="0"/>
              <a:t> expression</a:t>
            </a:r>
            <a:r>
              <a:rPr lang="ko-KR" altLang="en-US" sz="2400" dirty="0"/>
              <a:t>의 결과값이 그대로 </a:t>
            </a:r>
            <a:r>
              <a:rPr lang="ko-KR" altLang="en-US" sz="2400" dirty="0" err="1"/>
              <a:t>리턴되기</a:t>
            </a:r>
            <a:r>
              <a:rPr lang="ko-KR" altLang="en-US" sz="2400" dirty="0"/>
              <a:t> 때문에 주의해야 함</a:t>
            </a:r>
            <a:r>
              <a:rPr lang="en-US" altLang="ko-KR" sz="2400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5EF047-B749-A90A-3E9C-29C9A5B2B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410" y="3037331"/>
            <a:ext cx="8116433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0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인라인 </a:t>
            </a:r>
            <a:r>
              <a:rPr lang="en-US" altLang="ko-KR" dirty="0"/>
              <a:t>If-Else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조건문의 값에 따라 다른 </a:t>
            </a:r>
            <a:r>
              <a:rPr lang="ko-KR" altLang="en-US" dirty="0" err="1"/>
              <a:t>엘리먼트를</a:t>
            </a:r>
            <a:r>
              <a:rPr lang="ko-KR" altLang="en-US" dirty="0"/>
              <a:t> 보여줄 때 사용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 err="1"/>
              <a:t>삼항</a:t>
            </a:r>
            <a:r>
              <a:rPr lang="ko-KR" altLang="en-US" dirty="0"/>
              <a:t> 연산자를 사용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69723F-8290-8755-6571-F524D2FB6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23" y="2233006"/>
            <a:ext cx="8440328" cy="11050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3B0BCC7-1966-5806-E836-DDF108A7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94" y="3631636"/>
            <a:ext cx="10993384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0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인라인 </a:t>
            </a:r>
            <a:r>
              <a:rPr lang="en-US" altLang="ko-KR" dirty="0"/>
              <a:t>If-Else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A0CA30-3D70-9F68-1340-95AAEE186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18" y="1282301"/>
            <a:ext cx="7611537" cy="557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39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컴포넌트 렌더링 막기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컴포넌트를 렌더링하고 싶지 않을 때에는 </a:t>
            </a:r>
            <a:r>
              <a:rPr lang="en-US" altLang="ko-KR" dirty="0"/>
              <a:t>null</a:t>
            </a:r>
            <a:r>
              <a:rPr lang="ko-KR" altLang="en-US" dirty="0"/>
              <a:t>을 </a:t>
            </a:r>
            <a:r>
              <a:rPr lang="ko-KR" altLang="en-US" dirty="0" err="1"/>
              <a:t>리턴하면</a:t>
            </a:r>
            <a:r>
              <a:rPr lang="ko-KR" altLang="en-US" dirty="0"/>
              <a:t> 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 err="1"/>
              <a:t>리액트에서는</a:t>
            </a:r>
            <a:r>
              <a:rPr lang="ko-KR" altLang="en-US" dirty="0"/>
              <a:t> </a:t>
            </a:r>
            <a:r>
              <a:rPr lang="en-US" altLang="ko-KR" dirty="0"/>
              <a:t>null</a:t>
            </a:r>
            <a:r>
              <a:rPr lang="ko-KR" altLang="en-US" dirty="0"/>
              <a:t>을 </a:t>
            </a:r>
            <a:r>
              <a:rPr lang="ko-KR" altLang="en-US" dirty="0" err="1"/>
              <a:t>리턴하면</a:t>
            </a:r>
            <a:r>
              <a:rPr lang="ko-KR" altLang="en-US" dirty="0"/>
              <a:t> </a:t>
            </a:r>
            <a:r>
              <a:rPr lang="ko-KR" altLang="en-US" dirty="0" err="1"/>
              <a:t>렌더링되지</a:t>
            </a:r>
            <a:r>
              <a:rPr lang="ko-KR" altLang="en-US" dirty="0"/>
              <a:t> 않음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02D5C6-DFF9-3D36-2704-A563D2CE8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53" y="2317785"/>
            <a:ext cx="4858428" cy="25340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E691A4-C36B-2528-0FAD-BFCFC35C5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081" y="2317785"/>
            <a:ext cx="6830378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83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222</Words>
  <Application>Microsoft Office PowerPoint</Application>
  <PresentationFormat>와이드스크린</PresentationFormat>
  <Paragraphs>34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원호 최</cp:lastModifiedBy>
  <cp:revision>38</cp:revision>
  <dcterms:created xsi:type="dcterms:W3CDTF">2021-11-22T00:19:55Z</dcterms:created>
  <dcterms:modified xsi:type="dcterms:W3CDTF">2023-09-21T20:10:42Z</dcterms:modified>
</cp:coreProperties>
</file>